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5" r:id="rId1"/>
  </p:sldMasterIdLst>
  <p:notesMasterIdLst>
    <p:notesMasterId r:id="rId19"/>
  </p:notesMasterIdLst>
  <p:handoutMasterIdLst>
    <p:handoutMasterId r:id="rId20"/>
  </p:handoutMasterIdLst>
  <p:sldIdLst>
    <p:sldId id="2549" r:id="rId2"/>
    <p:sldId id="2552" r:id="rId3"/>
    <p:sldId id="2553" r:id="rId4"/>
    <p:sldId id="2554" r:id="rId5"/>
    <p:sldId id="2548" r:id="rId6"/>
    <p:sldId id="2558" r:id="rId7"/>
    <p:sldId id="2537" r:id="rId8"/>
    <p:sldId id="2555" r:id="rId9"/>
    <p:sldId id="2538" r:id="rId10"/>
    <p:sldId id="2551" r:id="rId11"/>
    <p:sldId id="2556" r:id="rId12"/>
    <p:sldId id="2559" r:id="rId13"/>
    <p:sldId id="270" r:id="rId14"/>
    <p:sldId id="2547" r:id="rId15"/>
    <p:sldId id="271" r:id="rId16"/>
    <p:sldId id="272" r:id="rId17"/>
    <p:sldId id="256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AE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34" autoAdjust="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799-3D45-9C20-FDB4392B70A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9799-3D45-9C20-FDB4392B70A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9799-3D45-9C20-FDB4392B70A7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9799-3D45-9C20-FDB4392B70A7}"/>
              </c:ext>
            </c:extLst>
          </c:dPt>
          <c:dLbls>
            <c:dLbl>
              <c:idx val="0"/>
              <c:layout>
                <c:manualLayout>
                  <c:x val="9.2629539280486076E-2"/>
                  <c:y val="0.11114592744921999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799-3D45-9C20-FDB4392B70A7}"/>
                </c:ext>
              </c:extLst>
            </c:dLbl>
            <c:dLbl>
              <c:idx val="1"/>
              <c:layout>
                <c:manualLayout>
                  <c:x val="-0.12350605237398143"/>
                  <c:y val="9.4232416750425638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799-3D45-9C20-FDB4392B70A7}"/>
                </c:ext>
              </c:extLst>
            </c:dLbl>
            <c:dLbl>
              <c:idx val="2"/>
              <c:layout>
                <c:manualLayout>
                  <c:x val="-0.12350605237398145"/>
                  <c:y val="-7.7318906051631345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799-3D45-9C20-FDB4392B70A7}"/>
                </c:ext>
              </c:extLst>
            </c:dLbl>
            <c:dLbl>
              <c:idx val="3"/>
              <c:layout>
                <c:manualLayout>
                  <c:x val="-5.789346205030383E-2"/>
                  <c:y val="-0.11114592744922001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799-3D45-9C20-FDB4392B70A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One</c:v>
                </c:pt>
                <c:pt idx="1">
                  <c:v>Two</c:v>
                </c:pt>
                <c:pt idx="2">
                  <c:v>Three</c:v>
                </c:pt>
                <c:pt idx="3">
                  <c:v>Four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799-3D45-9C20-FDB4392B70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4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F89-034F-99CC-29305323172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F89-034F-99CC-29305323172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F89-034F-99CC-2930532317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2245599"/>
        <c:axId val="128393503"/>
      </c:lineChart>
      <c:catAx>
        <c:axId val="2022455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393503"/>
        <c:crosses val="autoZero"/>
        <c:auto val="1"/>
        <c:lblAlgn val="ctr"/>
        <c:lblOffset val="100"/>
        <c:noMultiLvlLbl val="0"/>
      </c:catAx>
      <c:valAx>
        <c:axId val="1283935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22455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image" Target="../media/image8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Relationship Id="rId4" Type="http://schemas.openxmlformats.org/officeDocument/2006/relationships/image" Target="../media/image13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image" Target="../media/image17.svg"/><Relationship Id="rId4" Type="http://schemas.openxmlformats.org/officeDocument/2006/relationships/image" Target="../media/image20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image" Target="../media/image8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Relationship Id="rId4" Type="http://schemas.openxmlformats.org/officeDocument/2006/relationships/image" Target="../media/image13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image" Target="../media/image17.svg"/><Relationship Id="rId4" Type="http://schemas.openxmlformats.org/officeDocument/2006/relationships/image" Target="../media/image2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EBC1820-0E7C-4CC8-AF32-90D056649DD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FB4A9FD8-F785-44C2-9FDE-4644D2939FC9}">
      <dgm:prSet/>
      <dgm:spPr/>
      <dgm:t>
        <a:bodyPr/>
        <a:lstStyle/>
        <a:p>
          <a:r>
            <a:rPr lang="en-US" noProof="0" dirty="0">
              <a:solidFill>
                <a:schemeClr val="tx1"/>
              </a:solidFill>
            </a:rPr>
            <a:t>What do you believe to be true about your subject?</a:t>
          </a:r>
        </a:p>
      </dgm:t>
    </dgm:pt>
    <dgm:pt modelId="{3811FAB2-DEC4-40CD-B436-1EA2FF424EC6}" type="parTrans" cxnId="{0BFF8536-7CDC-402B-BB87-1C975AE3F3C5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FEBF54AD-35F6-4AEC-B3E6-42CEA4068404}" type="sibTrans" cxnId="{0BFF8536-7CDC-402B-BB87-1C975AE3F3C5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658DB0DD-496D-48FB-8B5A-ACAA73AC9B72}">
      <dgm:prSet/>
      <dgm:spPr/>
      <dgm:t>
        <a:bodyPr/>
        <a:lstStyle/>
        <a:p>
          <a:r>
            <a:rPr lang="en-US" noProof="0" dirty="0">
              <a:solidFill>
                <a:schemeClr val="tx1"/>
              </a:solidFill>
            </a:rPr>
            <a:t>What are you going to try to convince your audience of?</a:t>
          </a:r>
        </a:p>
      </dgm:t>
    </dgm:pt>
    <dgm:pt modelId="{9A45E2A2-9212-4296-A561-44FEB6723FA9}" type="parTrans" cxnId="{FA3688ED-5322-4AB2-8ECC-1874D8B53532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22C41B1D-4A52-4229-ADBC-7E4C5E5C3B73}" type="sibTrans" cxnId="{FA3688ED-5322-4AB2-8ECC-1874D8B53532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62B988CA-B890-45A0-A09D-F938A17DC46E}" type="pres">
      <dgm:prSet presAssocID="{FEBC1820-0E7C-4CC8-AF32-90D056649DDF}" presName="root" presStyleCnt="0">
        <dgm:presLayoutVars>
          <dgm:dir/>
          <dgm:resizeHandles val="exact"/>
        </dgm:presLayoutVars>
      </dgm:prSet>
      <dgm:spPr/>
    </dgm:pt>
    <dgm:pt modelId="{D13F0E0E-FE7F-47BA-904E-1B6FD1466123}" type="pres">
      <dgm:prSet presAssocID="{FB4A9FD8-F785-44C2-9FDE-4644D2939FC9}" presName="compNode" presStyleCnt="0"/>
      <dgm:spPr/>
    </dgm:pt>
    <dgm:pt modelId="{55211292-5724-4CF3-9B68-C9C37D007AE6}" type="pres">
      <dgm:prSet presAssocID="{FB4A9FD8-F785-44C2-9FDE-4644D2939FC9}" presName="bgRect" presStyleLbl="bgShp" presStyleIdx="0" presStyleCnt="2"/>
      <dgm:spPr>
        <a:xfrm>
          <a:off x="0" y="849991"/>
          <a:ext cx="5906181" cy="1569215"/>
        </a:xfrm>
        <a:prstGeom prst="rect">
          <a:avLst/>
        </a:prstGeom>
        <a:noFill/>
        <a:ln w="38100" cap="sq" cmpd="dbl">
          <a:noFill/>
          <a:prstDash val="solid"/>
          <a:miter lim="800000"/>
        </a:ln>
        <a:effectLst/>
      </dgm:spPr>
    </dgm:pt>
    <dgm:pt modelId="{863410B7-CA0F-43F4-960E-9DA7059AF511}" type="pres">
      <dgm:prSet presAssocID="{FB4A9FD8-F785-44C2-9FDE-4644D2939FC9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croscope"/>
        </a:ext>
      </dgm:extLst>
    </dgm:pt>
    <dgm:pt modelId="{D9898D1A-E064-4261-B88A-4EB8AC0EA74E}" type="pres">
      <dgm:prSet presAssocID="{FB4A9FD8-F785-44C2-9FDE-4644D2939FC9}" presName="spaceRect" presStyleCnt="0"/>
      <dgm:spPr/>
    </dgm:pt>
    <dgm:pt modelId="{9B72B821-D3EB-46EE-BCA0-DA5A1D91AF84}" type="pres">
      <dgm:prSet presAssocID="{FB4A9FD8-F785-44C2-9FDE-4644D2939FC9}" presName="parTx" presStyleLbl="revTx" presStyleIdx="0" presStyleCnt="2">
        <dgm:presLayoutVars>
          <dgm:chMax val="0"/>
          <dgm:chPref val="0"/>
        </dgm:presLayoutVars>
      </dgm:prSet>
      <dgm:spPr/>
    </dgm:pt>
    <dgm:pt modelId="{025FFD97-9CE9-4F1F-BFB2-1B08A76669C0}" type="pres">
      <dgm:prSet presAssocID="{FEBF54AD-35F6-4AEC-B3E6-42CEA4068404}" presName="sibTrans" presStyleCnt="0"/>
      <dgm:spPr/>
    </dgm:pt>
    <dgm:pt modelId="{E0BD8FEF-3692-47A7-9253-82960931F6B7}" type="pres">
      <dgm:prSet presAssocID="{658DB0DD-496D-48FB-8B5A-ACAA73AC9B72}" presName="compNode" presStyleCnt="0"/>
      <dgm:spPr/>
    </dgm:pt>
    <dgm:pt modelId="{5EDC32A8-8A30-43AA-B28C-4DE1051927E9}" type="pres">
      <dgm:prSet presAssocID="{658DB0DD-496D-48FB-8B5A-ACAA73AC9B72}" presName="bgRect" presStyleLbl="bgShp" presStyleIdx="1" presStyleCnt="2"/>
      <dgm:spPr>
        <a:xfrm>
          <a:off x="0" y="2811510"/>
          <a:ext cx="5906181" cy="1569215"/>
        </a:xfrm>
        <a:prstGeom prst="rect">
          <a:avLst/>
        </a:prstGeom>
        <a:noFill/>
        <a:ln w="38100" cap="sq" cmpd="dbl">
          <a:noFill/>
          <a:prstDash val="solid"/>
          <a:miter lim="800000"/>
        </a:ln>
        <a:effectLst/>
      </dgm:spPr>
    </dgm:pt>
    <dgm:pt modelId="{6AC72B6A-45B7-4ABB-9EFD-F5AC17DE9608}" type="pres">
      <dgm:prSet presAssocID="{658DB0DD-496D-48FB-8B5A-ACAA73AC9B72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fused Person"/>
        </a:ext>
      </dgm:extLst>
    </dgm:pt>
    <dgm:pt modelId="{C3CD3599-88DE-4DEB-81BF-520379977D7B}" type="pres">
      <dgm:prSet presAssocID="{658DB0DD-496D-48FB-8B5A-ACAA73AC9B72}" presName="spaceRect" presStyleCnt="0"/>
      <dgm:spPr/>
    </dgm:pt>
    <dgm:pt modelId="{E7286CCF-EBB1-4A29-B240-4BC3DA177E84}" type="pres">
      <dgm:prSet presAssocID="{658DB0DD-496D-48FB-8B5A-ACAA73AC9B72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0BFF8536-7CDC-402B-BB87-1C975AE3F3C5}" srcId="{FEBC1820-0E7C-4CC8-AF32-90D056649DDF}" destId="{FB4A9FD8-F785-44C2-9FDE-4644D2939FC9}" srcOrd="0" destOrd="0" parTransId="{3811FAB2-DEC4-40CD-B436-1EA2FF424EC6}" sibTransId="{FEBF54AD-35F6-4AEC-B3E6-42CEA4068404}"/>
    <dgm:cxn modelId="{940E105F-883F-44D4-9F56-0B7FE14915E9}" type="presOf" srcId="{658DB0DD-496D-48FB-8B5A-ACAA73AC9B72}" destId="{E7286CCF-EBB1-4A29-B240-4BC3DA177E84}" srcOrd="0" destOrd="0" presId="urn:microsoft.com/office/officeart/2018/2/layout/IconVerticalSolidList"/>
    <dgm:cxn modelId="{61977E78-748F-4B5D-8121-664EFC829AE6}" type="presOf" srcId="{FB4A9FD8-F785-44C2-9FDE-4644D2939FC9}" destId="{9B72B821-D3EB-46EE-BCA0-DA5A1D91AF84}" srcOrd="0" destOrd="0" presId="urn:microsoft.com/office/officeart/2018/2/layout/IconVerticalSolidList"/>
    <dgm:cxn modelId="{FA3688ED-5322-4AB2-8ECC-1874D8B53532}" srcId="{FEBC1820-0E7C-4CC8-AF32-90D056649DDF}" destId="{658DB0DD-496D-48FB-8B5A-ACAA73AC9B72}" srcOrd="1" destOrd="0" parTransId="{9A45E2A2-9212-4296-A561-44FEB6723FA9}" sibTransId="{22C41B1D-4A52-4229-ADBC-7E4C5E5C3B73}"/>
    <dgm:cxn modelId="{1ABD34FB-5C70-4EF9-A5D8-322B9B4207E4}" type="presOf" srcId="{FEBC1820-0E7C-4CC8-AF32-90D056649DDF}" destId="{62B988CA-B890-45A0-A09D-F938A17DC46E}" srcOrd="0" destOrd="0" presId="urn:microsoft.com/office/officeart/2018/2/layout/IconVerticalSolidList"/>
    <dgm:cxn modelId="{0AB8BE59-62C3-4D52-852D-3357A42DC1CB}" type="presParOf" srcId="{62B988CA-B890-45A0-A09D-F938A17DC46E}" destId="{D13F0E0E-FE7F-47BA-904E-1B6FD1466123}" srcOrd="0" destOrd="0" presId="urn:microsoft.com/office/officeart/2018/2/layout/IconVerticalSolidList"/>
    <dgm:cxn modelId="{40248949-64A5-44F1-9329-14F317069236}" type="presParOf" srcId="{D13F0E0E-FE7F-47BA-904E-1B6FD1466123}" destId="{55211292-5724-4CF3-9B68-C9C37D007AE6}" srcOrd="0" destOrd="0" presId="urn:microsoft.com/office/officeart/2018/2/layout/IconVerticalSolidList"/>
    <dgm:cxn modelId="{C7EA334F-CBDA-4D2C-9DA9-FD467FB1B932}" type="presParOf" srcId="{D13F0E0E-FE7F-47BA-904E-1B6FD1466123}" destId="{863410B7-CA0F-43F4-960E-9DA7059AF511}" srcOrd="1" destOrd="0" presId="urn:microsoft.com/office/officeart/2018/2/layout/IconVerticalSolidList"/>
    <dgm:cxn modelId="{926CA147-421B-4FCE-94A0-03F7BC3DCFE1}" type="presParOf" srcId="{D13F0E0E-FE7F-47BA-904E-1B6FD1466123}" destId="{D9898D1A-E064-4261-B88A-4EB8AC0EA74E}" srcOrd="2" destOrd="0" presId="urn:microsoft.com/office/officeart/2018/2/layout/IconVerticalSolidList"/>
    <dgm:cxn modelId="{00D14914-C13B-4223-9651-F5BE3FB276F6}" type="presParOf" srcId="{D13F0E0E-FE7F-47BA-904E-1B6FD1466123}" destId="{9B72B821-D3EB-46EE-BCA0-DA5A1D91AF84}" srcOrd="3" destOrd="0" presId="urn:microsoft.com/office/officeart/2018/2/layout/IconVerticalSolidList"/>
    <dgm:cxn modelId="{920DD7CD-897E-4B37-BD43-A1B2E58CE2CB}" type="presParOf" srcId="{62B988CA-B890-45A0-A09D-F938A17DC46E}" destId="{025FFD97-9CE9-4F1F-BFB2-1B08A76669C0}" srcOrd="1" destOrd="0" presId="urn:microsoft.com/office/officeart/2018/2/layout/IconVerticalSolidList"/>
    <dgm:cxn modelId="{77849E9C-8FA9-46BD-AF4D-35721A917D7D}" type="presParOf" srcId="{62B988CA-B890-45A0-A09D-F938A17DC46E}" destId="{E0BD8FEF-3692-47A7-9253-82960931F6B7}" srcOrd="2" destOrd="0" presId="urn:microsoft.com/office/officeart/2018/2/layout/IconVerticalSolidList"/>
    <dgm:cxn modelId="{E81A4F51-8CB5-43FA-916F-E102953BCAC4}" type="presParOf" srcId="{E0BD8FEF-3692-47A7-9253-82960931F6B7}" destId="{5EDC32A8-8A30-43AA-B28C-4DE1051927E9}" srcOrd="0" destOrd="0" presId="urn:microsoft.com/office/officeart/2018/2/layout/IconVerticalSolidList"/>
    <dgm:cxn modelId="{AD227CB4-5B9B-4BE2-BA14-9989AF96D370}" type="presParOf" srcId="{E0BD8FEF-3692-47A7-9253-82960931F6B7}" destId="{6AC72B6A-45B7-4ABB-9EFD-F5AC17DE9608}" srcOrd="1" destOrd="0" presId="urn:microsoft.com/office/officeart/2018/2/layout/IconVerticalSolidList"/>
    <dgm:cxn modelId="{4E154464-E1AA-488E-BD2F-70AF214AC0E4}" type="presParOf" srcId="{E0BD8FEF-3692-47A7-9253-82960931F6B7}" destId="{C3CD3599-88DE-4DEB-81BF-520379977D7B}" srcOrd="2" destOrd="0" presId="urn:microsoft.com/office/officeart/2018/2/layout/IconVerticalSolidList"/>
    <dgm:cxn modelId="{A4329523-DF54-4571-9B6A-0350FE851B90}" type="presParOf" srcId="{E0BD8FEF-3692-47A7-9253-82960931F6B7}" destId="{E7286CCF-EBB1-4A29-B240-4BC3DA177E8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4EA3051-5518-4A68-9136-046CAA7BA59D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8E90AE3-4EFE-423C-815C-68AB5448380C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800" cap="none" dirty="0"/>
            <a:t>Cat</a:t>
          </a:r>
        </a:p>
      </dgm:t>
    </dgm:pt>
    <dgm:pt modelId="{41D92FFC-2A03-43B5-AD1E-1CCAB508BEDB}" type="parTrans" cxnId="{323BDA44-20D3-459D-ADA7-2B127C61C413}">
      <dgm:prSet/>
      <dgm:spPr/>
      <dgm:t>
        <a:bodyPr/>
        <a:lstStyle/>
        <a:p>
          <a:endParaRPr lang="en-US" sz="1800" dirty="0"/>
        </a:p>
      </dgm:t>
    </dgm:pt>
    <dgm:pt modelId="{5EED4C3B-3262-4298-8922-070C75285238}" type="sibTrans" cxnId="{323BDA44-20D3-459D-ADA7-2B127C61C413}">
      <dgm:prSet/>
      <dgm:spPr/>
      <dgm:t>
        <a:bodyPr/>
        <a:lstStyle/>
        <a:p>
          <a:endParaRPr lang="en-US" sz="1800" dirty="0"/>
        </a:p>
      </dgm:t>
    </dgm:pt>
    <dgm:pt modelId="{C6F41633-0FF0-486A-B30E-1ED0E1D05A80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800" cap="none" dirty="0"/>
            <a:t>Dog</a:t>
          </a:r>
        </a:p>
      </dgm:t>
    </dgm:pt>
    <dgm:pt modelId="{8CFF2197-1A2B-4DB8-BB31-03AF3BE2A35D}" type="parTrans" cxnId="{6DD35841-89A1-4549-85C7-92BF0106B3BF}">
      <dgm:prSet/>
      <dgm:spPr/>
      <dgm:t>
        <a:bodyPr/>
        <a:lstStyle/>
        <a:p>
          <a:endParaRPr lang="en-US" sz="1800" dirty="0"/>
        </a:p>
      </dgm:t>
    </dgm:pt>
    <dgm:pt modelId="{5BC5CE78-D653-4B24-A128-6A4D23EB6487}" type="sibTrans" cxnId="{6DD35841-89A1-4549-85C7-92BF0106B3BF}">
      <dgm:prSet/>
      <dgm:spPr/>
      <dgm:t>
        <a:bodyPr/>
        <a:lstStyle/>
        <a:p>
          <a:endParaRPr lang="en-US" sz="1800" dirty="0"/>
        </a:p>
      </dgm:t>
    </dgm:pt>
    <dgm:pt modelId="{B71CA56F-3FE0-4E91-A288-148D1A219531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800" cap="none" dirty="0"/>
            <a:t>Mouse</a:t>
          </a:r>
        </a:p>
      </dgm:t>
    </dgm:pt>
    <dgm:pt modelId="{F2CF152A-3C10-4163-A2A0-FCFEDA46A576}" type="parTrans" cxnId="{93986B1C-4F60-4F52-8B62-DB7BDCD7F3BA}">
      <dgm:prSet/>
      <dgm:spPr/>
      <dgm:t>
        <a:bodyPr/>
        <a:lstStyle/>
        <a:p>
          <a:endParaRPr lang="en-US" sz="1800" dirty="0"/>
        </a:p>
      </dgm:t>
    </dgm:pt>
    <dgm:pt modelId="{3551302F-D8DD-4233-8F96-BB798392283B}" type="sibTrans" cxnId="{93986B1C-4F60-4F52-8B62-DB7BDCD7F3BA}">
      <dgm:prSet/>
      <dgm:spPr/>
      <dgm:t>
        <a:bodyPr/>
        <a:lstStyle/>
        <a:p>
          <a:endParaRPr lang="en-US" sz="1800" dirty="0"/>
        </a:p>
      </dgm:t>
    </dgm:pt>
    <dgm:pt modelId="{40445AAF-79D1-46B9-8D2F-1FE4E740F550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800" cap="none" dirty="0"/>
            <a:t>Gorilla</a:t>
          </a:r>
        </a:p>
      </dgm:t>
    </dgm:pt>
    <dgm:pt modelId="{F4ED57A5-1437-4DDA-B79A-D8002E297C07}" type="parTrans" cxnId="{A804C30D-F5A2-425F-A93C-8ECFDAC90404}">
      <dgm:prSet/>
      <dgm:spPr/>
      <dgm:t>
        <a:bodyPr/>
        <a:lstStyle/>
        <a:p>
          <a:endParaRPr lang="en-US" sz="1800" dirty="0"/>
        </a:p>
      </dgm:t>
    </dgm:pt>
    <dgm:pt modelId="{54582B31-660E-455B-967C-39B58B2EE975}" type="sibTrans" cxnId="{A804C30D-F5A2-425F-A93C-8ECFDAC90404}">
      <dgm:prSet/>
      <dgm:spPr/>
      <dgm:t>
        <a:bodyPr/>
        <a:lstStyle/>
        <a:p>
          <a:endParaRPr lang="en-US" sz="1800" dirty="0"/>
        </a:p>
      </dgm:t>
    </dgm:pt>
    <dgm:pt modelId="{C2FDEC8C-E2B9-4774-8D9D-AED7D6C0D55B}" type="pres">
      <dgm:prSet presAssocID="{F4EA3051-5518-4A68-9136-046CAA7BA59D}" presName="root" presStyleCnt="0">
        <dgm:presLayoutVars>
          <dgm:dir/>
          <dgm:resizeHandles val="exact"/>
        </dgm:presLayoutVars>
      </dgm:prSet>
      <dgm:spPr/>
    </dgm:pt>
    <dgm:pt modelId="{D9AA7755-65D4-4A4F-B074-F7F866931976}" type="pres">
      <dgm:prSet presAssocID="{18E90AE3-4EFE-423C-815C-68AB5448380C}" presName="compNode" presStyleCnt="0"/>
      <dgm:spPr/>
    </dgm:pt>
    <dgm:pt modelId="{2FD584AC-334C-4D98-9E88-D4EE344FF90D}" type="pres">
      <dgm:prSet presAssocID="{18E90AE3-4EFE-423C-815C-68AB5448380C}" presName="iconBgRect" presStyleLbl="bgShp" presStyleIdx="0" presStyleCnt="4"/>
      <dgm:spPr>
        <a:xfrm>
          <a:off x="600792" y="596391"/>
          <a:ext cx="1449891" cy="1449891"/>
        </a:xfrm>
        <a:prstGeom prst="rect">
          <a:avLst/>
        </a:prstGeom>
        <a:noFill/>
        <a:ln>
          <a:solidFill>
            <a:schemeClr val="accent1"/>
          </a:solidFill>
          <a:prstDash val="sysDash"/>
        </a:ln>
      </dgm:spPr>
    </dgm:pt>
    <dgm:pt modelId="{2E004ED0-9912-4313-AFA2-7904C1513343}" type="pres">
      <dgm:prSet presAssocID="{18E90AE3-4EFE-423C-815C-68AB5448380C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t"/>
        </a:ext>
      </dgm:extLst>
    </dgm:pt>
    <dgm:pt modelId="{C7850D4C-BD15-4810-8DA4-9F6899FBDB2F}" type="pres">
      <dgm:prSet presAssocID="{18E90AE3-4EFE-423C-815C-68AB5448380C}" presName="spaceRect" presStyleCnt="0"/>
      <dgm:spPr/>
    </dgm:pt>
    <dgm:pt modelId="{97947764-D5E2-4B83-8EAA-EA54408B4F84}" type="pres">
      <dgm:prSet presAssocID="{18E90AE3-4EFE-423C-815C-68AB5448380C}" presName="textRect" presStyleLbl="revTx" presStyleIdx="0" presStyleCnt="4">
        <dgm:presLayoutVars>
          <dgm:chMax val="1"/>
          <dgm:chPref val="1"/>
        </dgm:presLayoutVars>
      </dgm:prSet>
      <dgm:spPr/>
    </dgm:pt>
    <dgm:pt modelId="{2818E4B9-6416-4482-9782-ECF7FF702856}" type="pres">
      <dgm:prSet presAssocID="{5EED4C3B-3262-4298-8922-070C75285238}" presName="sibTrans" presStyleCnt="0"/>
      <dgm:spPr/>
    </dgm:pt>
    <dgm:pt modelId="{5D2065B8-BF24-455A-8EE1-5E67BE48B81B}" type="pres">
      <dgm:prSet presAssocID="{C6F41633-0FF0-486A-B30E-1ED0E1D05A80}" presName="compNode" presStyleCnt="0"/>
      <dgm:spPr/>
    </dgm:pt>
    <dgm:pt modelId="{D24D21FC-62C1-4CB3-8209-8661C3C79008}" type="pres">
      <dgm:prSet presAssocID="{C6F41633-0FF0-486A-B30E-1ED0E1D05A80}" presName="iconBgRect" presStyleLbl="bgShp" presStyleIdx="1" presStyleCnt="4"/>
      <dgm:spPr>
        <a:xfrm>
          <a:off x="3393616" y="596391"/>
          <a:ext cx="1449891" cy="1449891"/>
        </a:xfrm>
        <a:prstGeom prst="rect">
          <a:avLst/>
        </a:prstGeom>
        <a:noFill/>
        <a:ln>
          <a:solidFill>
            <a:schemeClr val="accent1"/>
          </a:solidFill>
          <a:prstDash val="sysDash"/>
        </a:ln>
      </dgm:spPr>
    </dgm:pt>
    <dgm:pt modelId="{E1CCDF7A-EBE7-495D-AEE1-FE9FEEA33C81}" type="pres">
      <dgm:prSet presAssocID="{C6F41633-0FF0-486A-B30E-1ED0E1D05A80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g"/>
        </a:ext>
      </dgm:extLst>
    </dgm:pt>
    <dgm:pt modelId="{AFF203E1-34B6-48E2-B5D4-C37BA4CDBE3D}" type="pres">
      <dgm:prSet presAssocID="{C6F41633-0FF0-486A-B30E-1ED0E1D05A80}" presName="spaceRect" presStyleCnt="0"/>
      <dgm:spPr/>
    </dgm:pt>
    <dgm:pt modelId="{1B26A24F-F4FA-4000-B231-980697CE6BC5}" type="pres">
      <dgm:prSet presAssocID="{C6F41633-0FF0-486A-B30E-1ED0E1D05A80}" presName="textRect" presStyleLbl="revTx" presStyleIdx="1" presStyleCnt="4">
        <dgm:presLayoutVars>
          <dgm:chMax val="1"/>
          <dgm:chPref val="1"/>
        </dgm:presLayoutVars>
      </dgm:prSet>
      <dgm:spPr/>
    </dgm:pt>
    <dgm:pt modelId="{51C87337-A8F2-49D7-9000-D0F5AEC2A3E0}" type="pres">
      <dgm:prSet presAssocID="{5BC5CE78-D653-4B24-A128-6A4D23EB6487}" presName="sibTrans" presStyleCnt="0"/>
      <dgm:spPr/>
    </dgm:pt>
    <dgm:pt modelId="{8CE0322A-4FD6-41C9-8DFD-125E5558BCB9}" type="pres">
      <dgm:prSet presAssocID="{B71CA56F-3FE0-4E91-A288-148D1A219531}" presName="compNode" presStyleCnt="0"/>
      <dgm:spPr/>
    </dgm:pt>
    <dgm:pt modelId="{150E4B2C-C413-4BF2-BE44-61CABB4D422E}" type="pres">
      <dgm:prSet presAssocID="{B71CA56F-3FE0-4E91-A288-148D1A219531}" presName="iconBgRect" presStyleLbl="bgShp" presStyleIdx="2" presStyleCnt="4"/>
      <dgm:spPr>
        <a:xfrm>
          <a:off x="6186441" y="596391"/>
          <a:ext cx="1449891" cy="1449891"/>
        </a:xfrm>
        <a:prstGeom prst="rect">
          <a:avLst/>
        </a:prstGeom>
        <a:noFill/>
        <a:ln>
          <a:solidFill>
            <a:schemeClr val="accent1"/>
          </a:solidFill>
          <a:prstDash val="sysDash"/>
        </a:ln>
      </dgm:spPr>
    </dgm:pt>
    <dgm:pt modelId="{338E22CF-4E7D-49DB-8D62-BFBE95644B7C}" type="pres">
      <dgm:prSet presAssocID="{B71CA56F-3FE0-4E91-A288-148D1A219531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t"/>
        </a:ext>
      </dgm:extLst>
    </dgm:pt>
    <dgm:pt modelId="{A4134F78-74E5-417C-9450-B5A5408E0982}" type="pres">
      <dgm:prSet presAssocID="{B71CA56F-3FE0-4E91-A288-148D1A219531}" presName="spaceRect" presStyleCnt="0"/>
      <dgm:spPr/>
    </dgm:pt>
    <dgm:pt modelId="{4E04CA18-7F92-4C8F-B31C-B8DC9BFFC00B}" type="pres">
      <dgm:prSet presAssocID="{B71CA56F-3FE0-4E91-A288-148D1A219531}" presName="textRect" presStyleLbl="revTx" presStyleIdx="2" presStyleCnt="4">
        <dgm:presLayoutVars>
          <dgm:chMax val="1"/>
          <dgm:chPref val="1"/>
        </dgm:presLayoutVars>
      </dgm:prSet>
      <dgm:spPr/>
    </dgm:pt>
    <dgm:pt modelId="{6A22E40D-3490-43F6-BFBB-88887609320F}" type="pres">
      <dgm:prSet presAssocID="{3551302F-D8DD-4233-8F96-BB798392283B}" presName="sibTrans" presStyleCnt="0"/>
      <dgm:spPr/>
    </dgm:pt>
    <dgm:pt modelId="{862E03AE-4DC1-45B4-ACA6-12DC9646DF09}" type="pres">
      <dgm:prSet presAssocID="{40445AAF-79D1-46B9-8D2F-1FE4E740F550}" presName="compNode" presStyleCnt="0"/>
      <dgm:spPr/>
    </dgm:pt>
    <dgm:pt modelId="{FB9B0F2E-A209-4355-A025-0CC7EDD3BBA7}" type="pres">
      <dgm:prSet presAssocID="{40445AAF-79D1-46B9-8D2F-1FE4E740F550}" presName="iconBgRect" presStyleLbl="bgShp" presStyleIdx="3" presStyleCnt="4"/>
      <dgm:spPr>
        <a:xfrm>
          <a:off x="8979265" y="596391"/>
          <a:ext cx="1449891" cy="1449891"/>
        </a:xfrm>
        <a:prstGeom prst="rect">
          <a:avLst/>
        </a:prstGeom>
        <a:noFill/>
        <a:ln>
          <a:solidFill>
            <a:schemeClr val="accent1"/>
          </a:solidFill>
          <a:prstDash val="sysDash"/>
        </a:ln>
      </dgm:spPr>
    </dgm:pt>
    <dgm:pt modelId="{65ED3257-C9EC-49C5-B86D-6D93DABEBEEB}" type="pres">
      <dgm:prSet presAssocID="{40445AAF-79D1-46B9-8D2F-1FE4E740F550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orilla"/>
        </a:ext>
      </dgm:extLst>
    </dgm:pt>
    <dgm:pt modelId="{70DBFBC5-BFFA-4A86-92C2-38A37C3BA021}" type="pres">
      <dgm:prSet presAssocID="{40445AAF-79D1-46B9-8D2F-1FE4E740F550}" presName="spaceRect" presStyleCnt="0"/>
      <dgm:spPr/>
    </dgm:pt>
    <dgm:pt modelId="{164D16BE-1508-46AB-8E58-77F8E5A2FFCC}" type="pres">
      <dgm:prSet presAssocID="{40445AAF-79D1-46B9-8D2F-1FE4E740F550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804C30D-F5A2-425F-A93C-8ECFDAC90404}" srcId="{F4EA3051-5518-4A68-9136-046CAA7BA59D}" destId="{40445AAF-79D1-46B9-8D2F-1FE4E740F550}" srcOrd="3" destOrd="0" parTransId="{F4ED57A5-1437-4DDA-B79A-D8002E297C07}" sibTransId="{54582B31-660E-455B-967C-39B58B2EE975}"/>
    <dgm:cxn modelId="{ED5CD013-ABA2-4128-B969-D31919360899}" type="presOf" srcId="{C6F41633-0FF0-486A-B30E-1ED0E1D05A80}" destId="{1B26A24F-F4FA-4000-B231-980697CE6BC5}" srcOrd="0" destOrd="0" presId="urn:microsoft.com/office/officeart/2018/5/layout/IconCircleLabelList"/>
    <dgm:cxn modelId="{93986B1C-4F60-4F52-8B62-DB7BDCD7F3BA}" srcId="{F4EA3051-5518-4A68-9136-046CAA7BA59D}" destId="{B71CA56F-3FE0-4E91-A288-148D1A219531}" srcOrd="2" destOrd="0" parTransId="{F2CF152A-3C10-4163-A2A0-FCFEDA46A576}" sibTransId="{3551302F-D8DD-4233-8F96-BB798392283B}"/>
    <dgm:cxn modelId="{BE61335E-86AF-4FDD-B430-CAE022F5CB6D}" type="presOf" srcId="{B71CA56F-3FE0-4E91-A288-148D1A219531}" destId="{4E04CA18-7F92-4C8F-B31C-B8DC9BFFC00B}" srcOrd="0" destOrd="0" presId="urn:microsoft.com/office/officeart/2018/5/layout/IconCircleLabelList"/>
    <dgm:cxn modelId="{6DD35841-89A1-4549-85C7-92BF0106B3BF}" srcId="{F4EA3051-5518-4A68-9136-046CAA7BA59D}" destId="{C6F41633-0FF0-486A-B30E-1ED0E1D05A80}" srcOrd="1" destOrd="0" parTransId="{8CFF2197-1A2B-4DB8-BB31-03AF3BE2A35D}" sibTransId="{5BC5CE78-D653-4B24-A128-6A4D23EB6487}"/>
    <dgm:cxn modelId="{323BDA44-20D3-459D-ADA7-2B127C61C413}" srcId="{F4EA3051-5518-4A68-9136-046CAA7BA59D}" destId="{18E90AE3-4EFE-423C-815C-68AB5448380C}" srcOrd="0" destOrd="0" parTransId="{41D92FFC-2A03-43B5-AD1E-1CCAB508BEDB}" sibTransId="{5EED4C3B-3262-4298-8922-070C75285238}"/>
    <dgm:cxn modelId="{678EE49E-C1B3-48E5-9BF4-3D66C242F898}" type="presOf" srcId="{F4EA3051-5518-4A68-9136-046CAA7BA59D}" destId="{C2FDEC8C-E2B9-4774-8D9D-AED7D6C0D55B}" srcOrd="0" destOrd="0" presId="urn:microsoft.com/office/officeart/2018/5/layout/IconCircleLabelList"/>
    <dgm:cxn modelId="{CE2E9DA1-00CD-45F6-BE4B-725DFF9F7499}" type="presOf" srcId="{18E90AE3-4EFE-423C-815C-68AB5448380C}" destId="{97947764-D5E2-4B83-8EAA-EA54408B4F84}" srcOrd="0" destOrd="0" presId="urn:microsoft.com/office/officeart/2018/5/layout/IconCircleLabelList"/>
    <dgm:cxn modelId="{B9FA53C7-66C5-428F-840B-EF9F8F2411C0}" type="presOf" srcId="{40445AAF-79D1-46B9-8D2F-1FE4E740F550}" destId="{164D16BE-1508-46AB-8E58-77F8E5A2FFCC}" srcOrd="0" destOrd="0" presId="urn:microsoft.com/office/officeart/2018/5/layout/IconCircleLabelList"/>
    <dgm:cxn modelId="{7CD23EFF-0709-434F-B936-428F2BEE653B}" type="presParOf" srcId="{C2FDEC8C-E2B9-4774-8D9D-AED7D6C0D55B}" destId="{D9AA7755-65D4-4A4F-B074-F7F866931976}" srcOrd="0" destOrd="0" presId="urn:microsoft.com/office/officeart/2018/5/layout/IconCircleLabelList"/>
    <dgm:cxn modelId="{60D2E67F-9267-439F-A5BA-E56190FB6334}" type="presParOf" srcId="{D9AA7755-65D4-4A4F-B074-F7F866931976}" destId="{2FD584AC-334C-4D98-9E88-D4EE344FF90D}" srcOrd="0" destOrd="0" presId="urn:microsoft.com/office/officeart/2018/5/layout/IconCircleLabelList"/>
    <dgm:cxn modelId="{451F9147-B09A-4BE8-8151-A6F91E29F7C0}" type="presParOf" srcId="{D9AA7755-65D4-4A4F-B074-F7F866931976}" destId="{2E004ED0-9912-4313-AFA2-7904C1513343}" srcOrd="1" destOrd="0" presId="urn:microsoft.com/office/officeart/2018/5/layout/IconCircleLabelList"/>
    <dgm:cxn modelId="{A6E089D1-8ED8-428A-A821-6BA8CD06E65A}" type="presParOf" srcId="{D9AA7755-65D4-4A4F-B074-F7F866931976}" destId="{C7850D4C-BD15-4810-8DA4-9F6899FBDB2F}" srcOrd="2" destOrd="0" presId="urn:microsoft.com/office/officeart/2018/5/layout/IconCircleLabelList"/>
    <dgm:cxn modelId="{6DB1C8E9-7869-411A-9BBE-BC39645DD890}" type="presParOf" srcId="{D9AA7755-65D4-4A4F-B074-F7F866931976}" destId="{97947764-D5E2-4B83-8EAA-EA54408B4F84}" srcOrd="3" destOrd="0" presId="urn:microsoft.com/office/officeart/2018/5/layout/IconCircleLabelList"/>
    <dgm:cxn modelId="{BA92E5F3-BC3E-4F1E-8A0B-F71FED949A0A}" type="presParOf" srcId="{C2FDEC8C-E2B9-4774-8D9D-AED7D6C0D55B}" destId="{2818E4B9-6416-4482-9782-ECF7FF702856}" srcOrd="1" destOrd="0" presId="urn:microsoft.com/office/officeart/2018/5/layout/IconCircleLabelList"/>
    <dgm:cxn modelId="{7C4CE7F9-F37F-41C2-B5FB-26ABDF07D9CD}" type="presParOf" srcId="{C2FDEC8C-E2B9-4774-8D9D-AED7D6C0D55B}" destId="{5D2065B8-BF24-455A-8EE1-5E67BE48B81B}" srcOrd="2" destOrd="0" presId="urn:microsoft.com/office/officeart/2018/5/layout/IconCircleLabelList"/>
    <dgm:cxn modelId="{5638C5C0-C530-4683-BA57-09C124772E81}" type="presParOf" srcId="{5D2065B8-BF24-455A-8EE1-5E67BE48B81B}" destId="{D24D21FC-62C1-4CB3-8209-8661C3C79008}" srcOrd="0" destOrd="0" presId="urn:microsoft.com/office/officeart/2018/5/layout/IconCircleLabelList"/>
    <dgm:cxn modelId="{29B2383A-8E22-49B9-8F4B-DC3F5E322779}" type="presParOf" srcId="{5D2065B8-BF24-455A-8EE1-5E67BE48B81B}" destId="{E1CCDF7A-EBE7-495D-AEE1-FE9FEEA33C81}" srcOrd="1" destOrd="0" presId="urn:microsoft.com/office/officeart/2018/5/layout/IconCircleLabelList"/>
    <dgm:cxn modelId="{357368A4-A9AA-49A9-84E0-E6ECB9D7EAFE}" type="presParOf" srcId="{5D2065B8-BF24-455A-8EE1-5E67BE48B81B}" destId="{AFF203E1-34B6-48E2-B5D4-C37BA4CDBE3D}" srcOrd="2" destOrd="0" presId="urn:microsoft.com/office/officeart/2018/5/layout/IconCircleLabelList"/>
    <dgm:cxn modelId="{9BB0F14D-D627-4DE7-B816-7D6B5B2EEDAE}" type="presParOf" srcId="{5D2065B8-BF24-455A-8EE1-5E67BE48B81B}" destId="{1B26A24F-F4FA-4000-B231-980697CE6BC5}" srcOrd="3" destOrd="0" presId="urn:microsoft.com/office/officeart/2018/5/layout/IconCircleLabelList"/>
    <dgm:cxn modelId="{6744261E-AA61-4D9D-B771-E6DC6E6C8D40}" type="presParOf" srcId="{C2FDEC8C-E2B9-4774-8D9D-AED7D6C0D55B}" destId="{51C87337-A8F2-49D7-9000-D0F5AEC2A3E0}" srcOrd="3" destOrd="0" presId="urn:microsoft.com/office/officeart/2018/5/layout/IconCircleLabelList"/>
    <dgm:cxn modelId="{EA2D6397-B7FF-4B70-8683-710CC3C3405F}" type="presParOf" srcId="{C2FDEC8C-E2B9-4774-8D9D-AED7D6C0D55B}" destId="{8CE0322A-4FD6-41C9-8DFD-125E5558BCB9}" srcOrd="4" destOrd="0" presId="urn:microsoft.com/office/officeart/2018/5/layout/IconCircleLabelList"/>
    <dgm:cxn modelId="{028CA58C-54AA-47D5-A102-B54C8D9F2716}" type="presParOf" srcId="{8CE0322A-4FD6-41C9-8DFD-125E5558BCB9}" destId="{150E4B2C-C413-4BF2-BE44-61CABB4D422E}" srcOrd="0" destOrd="0" presId="urn:microsoft.com/office/officeart/2018/5/layout/IconCircleLabelList"/>
    <dgm:cxn modelId="{C48911B5-2490-4E1D-8D32-BCFA2DF907D3}" type="presParOf" srcId="{8CE0322A-4FD6-41C9-8DFD-125E5558BCB9}" destId="{338E22CF-4E7D-49DB-8D62-BFBE95644B7C}" srcOrd="1" destOrd="0" presId="urn:microsoft.com/office/officeart/2018/5/layout/IconCircleLabelList"/>
    <dgm:cxn modelId="{5E143FE4-1498-4E65-950F-62E4D30342E2}" type="presParOf" srcId="{8CE0322A-4FD6-41C9-8DFD-125E5558BCB9}" destId="{A4134F78-74E5-417C-9450-B5A5408E0982}" srcOrd="2" destOrd="0" presId="urn:microsoft.com/office/officeart/2018/5/layout/IconCircleLabelList"/>
    <dgm:cxn modelId="{7DCFA88D-C66F-45AD-8CDE-15C229B02241}" type="presParOf" srcId="{8CE0322A-4FD6-41C9-8DFD-125E5558BCB9}" destId="{4E04CA18-7F92-4C8F-B31C-B8DC9BFFC00B}" srcOrd="3" destOrd="0" presId="urn:microsoft.com/office/officeart/2018/5/layout/IconCircleLabelList"/>
    <dgm:cxn modelId="{C4F74685-093A-4A06-9ADB-D7D78B88DA67}" type="presParOf" srcId="{C2FDEC8C-E2B9-4774-8D9D-AED7D6C0D55B}" destId="{6A22E40D-3490-43F6-BFBB-88887609320F}" srcOrd="5" destOrd="0" presId="urn:microsoft.com/office/officeart/2018/5/layout/IconCircleLabelList"/>
    <dgm:cxn modelId="{5B66B95A-F99E-45B6-B77F-48698200D815}" type="presParOf" srcId="{C2FDEC8C-E2B9-4774-8D9D-AED7D6C0D55B}" destId="{862E03AE-4DC1-45B4-ACA6-12DC9646DF09}" srcOrd="6" destOrd="0" presId="urn:microsoft.com/office/officeart/2018/5/layout/IconCircleLabelList"/>
    <dgm:cxn modelId="{7E1EF18D-9EF4-43D8-BE88-58398D12AD95}" type="presParOf" srcId="{862E03AE-4DC1-45B4-ACA6-12DC9646DF09}" destId="{FB9B0F2E-A209-4355-A025-0CC7EDD3BBA7}" srcOrd="0" destOrd="0" presId="urn:microsoft.com/office/officeart/2018/5/layout/IconCircleLabelList"/>
    <dgm:cxn modelId="{3079E0CC-21CB-471E-8637-934EB0EA92F2}" type="presParOf" srcId="{862E03AE-4DC1-45B4-ACA6-12DC9646DF09}" destId="{65ED3257-C9EC-49C5-B86D-6D93DABEBEEB}" srcOrd="1" destOrd="0" presId="urn:microsoft.com/office/officeart/2018/5/layout/IconCircleLabelList"/>
    <dgm:cxn modelId="{E0DC3B7A-0DB0-47E6-9366-4522F2DF934D}" type="presParOf" srcId="{862E03AE-4DC1-45B4-ACA6-12DC9646DF09}" destId="{70DBFBC5-BFFA-4A86-92C2-38A37C3BA021}" srcOrd="2" destOrd="0" presId="urn:microsoft.com/office/officeart/2018/5/layout/IconCircleLabelList"/>
    <dgm:cxn modelId="{F164719F-7101-45CD-A550-3F7D6FC08BBC}" type="presParOf" srcId="{862E03AE-4DC1-45B4-ACA6-12DC9646DF09}" destId="{164D16BE-1508-46AB-8E58-77F8E5A2FFCC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3085546-7C7C-4B3E-ABEB-2669F1A65FB2}" type="doc">
      <dgm:prSet loTypeId="urn:microsoft.com/office/officeart/2017/3/layout/DropPinTimeline" loCatId="process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DCEA5FC-4640-45AF-B712-7A4FD94AEF0D}">
      <dgm:prSet phldrT="[Text]" custT="1"/>
      <dgm:spPr/>
      <dgm:t>
        <a:bodyPr/>
        <a:lstStyle/>
        <a:p>
          <a:pPr>
            <a:defRPr b="1"/>
          </a:pPr>
          <a:r>
            <a:rPr lang="en-US" sz="1600" b="1" dirty="0">
              <a:solidFill>
                <a:schemeClr val="bg1"/>
              </a:solidFill>
            </a:rPr>
            <a:t>Q1</a:t>
          </a:r>
          <a:br>
            <a:rPr lang="en-US" sz="1100" dirty="0">
              <a:solidFill>
                <a:schemeClr val="bg1"/>
              </a:solidFill>
            </a:rPr>
          </a:br>
          <a:r>
            <a:rPr lang="en-US" sz="1100" dirty="0">
              <a:solidFill>
                <a:schemeClr val="bg1"/>
              </a:solidFill>
            </a:rPr>
            <a:t>2OYY</a:t>
          </a:r>
        </a:p>
      </dgm:t>
    </dgm:pt>
    <dgm:pt modelId="{929A5FD9-0612-4B79-9B59-C3C36D34A069}" type="parTrans" cxnId="{DBD99269-D7F7-4B47-B17B-A5AE402751D9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0A99745B-BB5C-49B3-A782-8DB57641F6C9}" type="sibTrans" cxnId="{DBD99269-D7F7-4B47-B17B-A5AE402751D9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831701CF-77C7-46C0-A913-8CC39517BAB8}">
      <dgm:prSet phldrT="[Text]"/>
      <dgm:spPr/>
      <dgm:t>
        <a:bodyPr/>
        <a:lstStyle/>
        <a:p>
          <a:r>
            <a:rPr lang="en-US" dirty="0">
              <a:solidFill>
                <a:schemeClr val="bg1"/>
              </a:solidFill>
            </a:rPr>
            <a:t>Lorem ipsum</a:t>
          </a:r>
        </a:p>
      </dgm:t>
    </dgm:pt>
    <dgm:pt modelId="{13FBC60D-3EA6-4496-BA97-C1AE8C7F8961}" type="parTrans" cxnId="{39A11E5C-7A57-4117-A6DF-36000C29509C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75156CDF-E17B-4DAD-AE37-EA44D7F37090}" type="sibTrans" cxnId="{39A11E5C-7A57-4117-A6DF-36000C29509C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096A9AF0-0DAE-4EB3-B448-4501DA034F4A}">
      <dgm:prSet phldrT="[Text]" custT="1"/>
      <dgm:spPr/>
      <dgm:t>
        <a:bodyPr/>
        <a:lstStyle/>
        <a:p>
          <a:pPr>
            <a:defRPr b="1"/>
          </a:pPr>
          <a:r>
            <a:rPr lang="en-US" sz="1600" b="1" dirty="0">
              <a:solidFill>
                <a:schemeClr val="bg1"/>
              </a:solidFill>
            </a:rPr>
            <a:t>Q2</a:t>
          </a:r>
          <a:br>
            <a:rPr lang="en-US" sz="1100" dirty="0">
              <a:solidFill>
                <a:schemeClr val="bg1"/>
              </a:solidFill>
            </a:rPr>
          </a:br>
          <a:r>
            <a:rPr lang="en-US" sz="1100" dirty="0">
              <a:solidFill>
                <a:schemeClr val="bg1"/>
              </a:solidFill>
            </a:rPr>
            <a:t>20YY</a:t>
          </a:r>
        </a:p>
      </dgm:t>
    </dgm:pt>
    <dgm:pt modelId="{8CE6ABD6-768E-42C8-9029-C3B5F278B21C}" type="parTrans" cxnId="{CA0753BD-DB60-4D68-8486-5B376B839B26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6B0D7DA9-E6ED-4137-9716-F48BF62327A8}" type="sibTrans" cxnId="{CA0753BD-DB60-4D68-8486-5B376B839B26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CA6B1BA0-B2FC-48AD-8EDA-F4AAA4AF2782}">
      <dgm:prSet custT="1"/>
      <dgm:spPr/>
      <dgm:t>
        <a:bodyPr/>
        <a:lstStyle/>
        <a:p>
          <a:pPr>
            <a:defRPr b="1"/>
          </a:pPr>
          <a:r>
            <a:rPr lang="en-US" sz="1600" b="1" dirty="0">
              <a:solidFill>
                <a:schemeClr val="bg1"/>
              </a:solidFill>
            </a:rPr>
            <a:t>Q3</a:t>
          </a:r>
          <a:br>
            <a:rPr lang="en-US" sz="1100" dirty="0">
              <a:solidFill>
                <a:schemeClr val="bg1"/>
              </a:solidFill>
            </a:rPr>
          </a:br>
          <a:r>
            <a:rPr lang="en-US" sz="1100" dirty="0">
              <a:solidFill>
                <a:schemeClr val="bg1"/>
              </a:solidFill>
            </a:rPr>
            <a:t>20YY</a:t>
          </a:r>
        </a:p>
      </dgm:t>
    </dgm:pt>
    <dgm:pt modelId="{D7D3AA07-BCB9-4212-A556-E90870FB1413}" type="parTrans" cxnId="{CD6B6EE8-3813-4EF1-BFEC-C005A3326D63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39FB540D-D808-4040-9A37-0AC474C0212F}" type="sibTrans" cxnId="{CD6B6EE8-3813-4EF1-BFEC-C005A3326D63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92921081-529B-4D1C-83A4-C416BB4C5224}">
      <dgm:prSet/>
      <dgm:spPr/>
      <dgm:t>
        <a:bodyPr/>
        <a:lstStyle/>
        <a:p>
          <a:r>
            <a:rPr lang="en-US" dirty="0">
              <a:solidFill>
                <a:schemeClr val="bg1"/>
              </a:solidFill>
            </a:rPr>
            <a:t>Lorem ipsum</a:t>
          </a:r>
        </a:p>
      </dgm:t>
    </dgm:pt>
    <dgm:pt modelId="{5AD2C2F8-A1D7-469B-93D8-B578BEFE51F8}" type="parTrans" cxnId="{B05C4C7C-FEB8-4825-98A0-C38D3021918A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ECC13403-1F53-4ED4-AE4F-334EEC7C8710}" type="sibTrans" cxnId="{B05C4C7C-FEB8-4825-98A0-C38D3021918A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3CB04A44-4013-4CA7-90FD-29AFC3C15E37}">
      <dgm:prSet/>
      <dgm:spPr/>
      <dgm:t>
        <a:bodyPr/>
        <a:lstStyle/>
        <a:p>
          <a:r>
            <a:rPr lang="en-US" dirty="0">
              <a:solidFill>
                <a:schemeClr val="bg1"/>
              </a:solidFill>
            </a:rPr>
            <a:t>Lorem ipsum</a:t>
          </a:r>
        </a:p>
      </dgm:t>
    </dgm:pt>
    <dgm:pt modelId="{ECEE936A-E3CC-4209-BECC-1CD0C85A2B72}" type="parTrans" cxnId="{24A8F052-3377-4BA4-8C62-CCF5039C85D7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D7A8F7A0-47A3-4464-B3B7-E0806DF46627}" type="sibTrans" cxnId="{24A8F052-3377-4BA4-8C62-CCF5039C85D7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212ADAAB-D5CB-4BBC-8DAF-7340FD334994}">
      <dgm:prSet custT="1"/>
      <dgm:spPr/>
      <dgm:t>
        <a:bodyPr/>
        <a:lstStyle/>
        <a:p>
          <a:pPr>
            <a:defRPr b="1"/>
          </a:pPr>
          <a:r>
            <a:rPr lang="en-US" sz="1600" b="1" dirty="0">
              <a:solidFill>
                <a:schemeClr val="bg1"/>
              </a:solidFill>
            </a:rPr>
            <a:t>Q4</a:t>
          </a:r>
          <a:br>
            <a:rPr lang="en-US" sz="1100" dirty="0">
              <a:solidFill>
                <a:schemeClr val="bg1"/>
              </a:solidFill>
            </a:rPr>
          </a:br>
          <a:r>
            <a:rPr lang="en-US" sz="1100" dirty="0">
              <a:solidFill>
                <a:schemeClr val="bg1"/>
              </a:solidFill>
            </a:rPr>
            <a:t>20YY</a:t>
          </a:r>
        </a:p>
      </dgm:t>
    </dgm:pt>
    <dgm:pt modelId="{45F6D312-A686-491E-95E3-EFB9640CC472}" type="parTrans" cxnId="{C8C7266C-2A0C-476A-85B3-F12BE2521F4C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AB2787E4-2A8B-428D-A4AE-2B14DCFFC4E7}" type="sibTrans" cxnId="{C8C7266C-2A0C-476A-85B3-F12BE2521F4C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2AEE5C11-34AE-4EB7-8907-9BED418EA471}">
      <dgm:prSet/>
      <dgm:spPr/>
      <dgm:t>
        <a:bodyPr/>
        <a:lstStyle/>
        <a:p>
          <a:r>
            <a:rPr lang="en-US" dirty="0">
              <a:solidFill>
                <a:schemeClr val="bg1"/>
              </a:solidFill>
            </a:rPr>
            <a:t>Lorem ipsum</a:t>
          </a:r>
        </a:p>
      </dgm:t>
    </dgm:pt>
    <dgm:pt modelId="{2E14AD1F-C7EA-45AE-ADC0-0EE92A6516CB}" type="parTrans" cxnId="{DD687B5C-28C8-4088-99B8-D375C5FDAE4A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F36FDDA0-6B91-47CB-8114-B6F076E55FC8}" type="sibTrans" cxnId="{DD687B5C-28C8-4088-99B8-D375C5FDAE4A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A2560FD2-F12F-4A06-A96F-B86674952111}">
      <dgm:prSet/>
      <dgm:spPr/>
      <dgm:t>
        <a:bodyPr/>
        <a:lstStyle/>
        <a:p>
          <a:pPr>
            <a:defRPr b="1"/>
          </a:pPr>
          <a:r>
            <a:rPr lang="en-US" b="0" i="1" dirty="0">
              <a:solidFill>
                <a:schemeClr val="bg1"/>
              </a:solidFill>
            </a:rPr>
            <a:t>Big milestone</a:t>
          </a:r>
        </a:p>
      </dgm:t>
    </dgm:pt>
    <dgm:pt modelId="{96173659-138A-4A00-AE0B-9063EA9393A6}" type="parTrans" cxnId="{F9D8B584-9399-4A2B-8ADC-F71293A4822C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D3C3BC3F-2256-4FBC-AFA5-0D035E3EACD7}" type="sibTrans" cxnId="{F9D8B584-9399-4A2B-8ADC-F71293A4822C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683CC5F6-E9B5-49F2-909E-A68D38896308}">
      <dgm:prSet/>
      <dgm:spPr/>
      <dgm:t>
        <a:bodyPr/>
        <a:lstStyle/>
        <a:p>
          <a:pPr>
            <a:defRPr b="1"/>
          </a:pPr>
          <a:r>
            <a:rPr lang="en-US" b="0" i="1" dirty="0">
              <a:solidFill>
                <a:schemeClr val="bg1"/>
              </a:solidFill>
            </a:rPr>
            <a:t>Big milestone</a:t>
          </a:r>
        </a:p>
      </dgm:t>
    </dgm:pt>
    <dgm:pt modelId="{4C61DDEE-8BBF-4CBF-B066-7E60B6DF0A11}" type="sibTrans" cxnId="{59786CF9-070F-4821-A4E9-D33DB930D8D2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15BFC747-B881-4328-BFBE-9BC128388CC6}" type="parTrans" cxnId="{59786CF9-070F-4821-A4E9-D33DB930D8D2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4EA069F3-397F-40D5-94A6-32C3E355C277}">
      <dgm:prSet/>
      <dgm:spPr/>
      <dgm:t>
        <a:bodyPr anchor="t"/>
        <a:lstStyle/>
        <a:p>
          <a:r>
            <a:rPr lang="en-US" i="1" dirty="0">
              <a:solidFill>
                <a:schemeClr val="bg1"/>
              </a:solidFill>
            </a:rPr>
            <a:t>Lorem ipsum</a:t>
          </a:r>
        </a:p>
      </dgm:t>
    </dgm:pt>
    <dgm:pt modelId="{2F99115B-608E-4E08-A503-B74879A76D07}" type="parTrans" cxnId="{BC5A70C8-9D97-4922-BCDB-6316D191C527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E94D5EF7-F47C-476C-A5FE-1C35261B578A}" type="sibTrans" cxnId="{BC5A70C8-9D97-4922-BCDB-6316D191C527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1E529C6E-C939-479A-A075-9E9B02837B50}">
      <dgm:prSet/>
      <dgm:spPr/>
      <dgm:t>
        <a:bodyPr anchor="b"/>
        <a:lstStyle/>
        <a:p>
          <a:r>
            <a:rPr lang="en-US" i="1" dirty="0">
              <a:solidFill>
                <a:schemeClr val="bg1"/>
              </a:solidFill>
            </a:rPr>
            <a:t>Lorem ipsum</a:t>
          </a:r>
          <a:endParaRPr lang="en-US" dirty="0">
            <a:solidFill>
              <a:schemeClr val="bg1"/>
            </a:solidFill>
          </a:endParaRPr>
        </a:p>
      </dgm:t>
    </dgm:pt>
    <dgm:pt modelId="{46B3C017-F97A-4640-992A-33AEE06B2EFC}" type="parTrans" cxnId="{99746BB5-7122-43B8-8680-CF610F03585C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192E80CB-2667-481C-8244-6EC4AEED1BC2}" type="sibTrans" cxnId="{99746BB5-7122-43B8-8680-CF610F03585C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7A5D3400-AF5B-4297-8592-4C1EDB9D0973}" type="pres">
      <dgm:prSet presAssocID="{63085546-7C7C-4B3E-ABEB-2669F1A65FB2}" presName="root" presStyleCnt="0">
        <dgm:presLayoutVars>
          <dgm:chMax/>
          <dgm:chPref/>
          <dgm:animLvl val="lvl"/>
        </dgm:presLayoutVars>
      </dgm:prSet>
      <dgm:spPr/>
    </dgm:pt>
    <dgm:pt modelId="{BD204284-1F7C-4D58-BC79-8C2DEE7E9FAF}" type="pres">
      <dgm:prSet presAssocID="{63085546-7C7C-4B3E-ABEB-2669F1A65FB2}" presName="divider" presStyleLbl="fgAcc1" presStyleIdx="0" presStyleCnt="7" custFlipVert="1" custSzY="105708"/>
      <dgm:spPr>
        <a:prstGeom prst="homePlate">
          <a:avLst/>
        </a:prstGeom>
        <a:solidFill>
          <a:schemeClr val="accent5">
            <a:alpha val="90000"/>
          </a:schemeClr>
        </a:solidFill>
        <a:ln>
          <a:noFill/>
        </a:ln>
      </dgm:spPr>
    </dgm:pt>
    <dgm:pt modelId="{46A6B157-7198-41C4-9D25-C4F8885F1B6F}" type="pres">
      <dgm:prSet presAssocID="{63085546-7C7C-4B3E-ABEB-2669F1A65FB2}" presName="nodes" presStyleCnt="0">
        <dgm:presLayoutVars>
          <dgm:chMax/>
          <dgm:chPref/>
          <dgm:animLvl val="lvl"/>
        </dgm:presLayoutVars>
      </dgm:prSet>
      <dgm:spPr/>
    </dgm:pt>
    <dgm:pt modelId="{578E6A06-6F61-48BD-9F1A-48E731D6E26D}" type="pres">
      <dgm:prSet presAssocID="{9DCEA5FC-4640-45AF-B712-7A4FD94AEF0D}" presName="composite" presStyleCnt="0"/>
      <dgm:spPr/>
    </dgm:pt>
    <dgm:pt modelId="{9F727168-E825-43C1-AF50-41E115F59C0C}" type="pres">
      <dgm:prSet presAssocID="{9DCEA5FC-4640-45AF-B712-7A4FD94AEF0D}" presName="ConnectorPoint" presStyleLbl="lnNode1" presStyleIdx="0" presStyleCnt="6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0C380CA5-521A-4949-A022-450DA9C217F5}" type="pres">
      <dgm:prSet presAssocID="{9DCEA5FC-4640-45AF-B712-7A4FD94AEF0D}" presName="DropPinPlaceHolder" presStyleCnt="0"/>
      <dgm:spPr/>
    </dgm:pt>
    <dgm:pt modelId="{19EF924A-339B-436A-9151-9C7B0B0377B9}" type="pres">
      <dgm:prSet presAssocID="{9DCEA5FC-4640-45AF-B712-7A4FD94AEF0D}" presName="DropPin" presStyleLbl="alignNode1" presStyleIdx="0" presStyleCnt="6"/>
      <dgm:spPr/>
    </dgm:pt>
    <dgm:pt modelId="{846B4BA4-33F0-43CE-A60E-B95E195AD5A9}" type="pres">
      <dgm:prSet presAssocID="{9DCEA5FC-4640-45AF-B712-7A4FD94AEF0D}" presName="Ellipse" presStyleLbl="fgAcc1" presStyleIdx="1" presStyleCnt="7"/>
      <dgm:spPr>
        <a:prstGeom prst="donut">
          <a:avLst/>
        </a:prstGeom>
      </dgm:spPr>
    </dgm:pt>
    <dgm:pt modelId="{A782CF5D-A585-4990-846A-5EDBD19A9BDB}" type="pres">
      <dgm:prSet presAssocID="{9DCEA5FC-4640-45AF-B712-7A4FD94AEF0D}" presName="L2TextContainer" presStyleLbl="revTx" presStyleIdx="0" presStyleCnt="12">
        <dgm:presLayoutVars>
          <dgm:bulletEnabled val="1"/>
        </dgm:presLayoutVars>
      </dgm:prSet>
      <dgm:spPr/>
    </dgm:pt>
    <dgm:pt modelId="{85C50C56-6DC8-4C47-8DBC-4FD6B1554AA4}" type="pres">
      <dgm:prSet presAssocID="{9DCEA5FC-4640-45AF-B712-7A4FD94AEF0D}" presName="L1TextContainer" presStyleLbl="revTx" presStyleIdx="1" presStyleCnt="12">
        <dgm:presLayoutVars>
          <dgm:chMax val="1"/>
          <dgm:chPref val="1"/>
          <dgm:bulletEnabled val="1"/>
        </dgm:presLayoutVars>
      </dgm:prSet>
      <dgm:spPr/>
    </dgm:pt>
    <dgm:pt modelId="{4F322B1B-F357-4BCD-BF34-8A0D705A1CE7}" type="pres">
      <dgm:prSet presAssocID="{9DCEA5FC-4640-45AF-B712-7A4FD94AEF0D}" presName="ConnectLine" presStyleLbl="sibTrans1D1" presStyleIdx="0" presStyleCnt="6"/>
      <dgm:spPr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</a:ln>
        <a:effectLst/>
      </dgm:spPr>
    </dgm:pt>
    <dgm:pt modelId="{9FF32B1E-94FD-475E-9959-8E0546070C5B}" type="pres">
      <dgm:prSet presAssocID="{9DCEA5FC-4640-45AF-B712-7A4FD94AEF0D}" presName="EmptyPlaceHolder" presStyleCnt="0"/>
      <dgm:spPr/>
    </dgm:pt>
    <dgm:pt modelId="{C9E000F5-B650-46EB-A3B0-FBA6593CE548}" type="pres">
      <dgm:prSet presAssocID="{0A99745B-BB5C-49B3-A782-8DB57641F6C9}" presName="spaceBetweenRectangles" presStyleCnt="0"/>
      <dgm:spPr/>
    </dgm:pt>
    <dgm:pt modelId="{64373A7D-C7A5-4C0C-9781-58743159539A}" type="pres">
      <dgm:prSet presAssocID="{096A9AF0-0DAE-4EB3-B448-4501DA034F4A}" presName="composite" presStyleCnt="0"/>
      <dgm:spPr/>
    </dgm:pt>
    <dgm:pt modelId="{B57996C3-16BE-4CEB-B9E2-6FFC42938F41}" type="pres">
      <dgm:prSet presAssocID="{096A9AF0-0DAE-4EB3-B448-4501DA034F4A}" presName="ConnectorPoint" presStyleLbl="lnNode1" presStyleIdx="1" presStyleCnt="6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BC71368F-DA7E-405D-93AC-3A6767BF9FC6}" type="pres">
      <dgm:prSet presAssocID="{096A9AF0-0DAE-4EB3-B448-4501DA034F4A}" presName="DropPinPlaceHolder" presStyleCnt="0"/>
      <dgm:spPr/>
    </dgm:pt>
    <dgm:pt modelId="{5B4632EA-1574-417A-A3FA-D711159FBAD1}" type="pres">
      <dgm:prSet presAssocID="{096A9AF0-0DAE-4EB3-B448-4501DA034F4A}" presName="DropPin" presStyleLbl="alignNode1" presStyleIdx="1" presStyleCnt="6"/>
      <dgm:spPr/>
    </dgm:pt>
    <dgm:pt modelId="{032E0966-F86B-4BBD-BE80-8FAB861AF0E8}" type="pres">
      <dgm:prSet presAssocID="{096A9AF0-0DAE-4EB3-B448-4501DA034F4A}" presName="Ellipse" presStyleLbl="fgAcc1" presStyleIdx="2" presStyleCnt="7"/>
      <dgm:spPr>
        <a:prstGeom prst="donut">
          <a:avLst/>
        </a:prstGeom>
      </dgm:spPr>
    </dgm:pt>
    <dgm:pt modelId="{B608C5A1-CE9E-4410-9F2F-F714CC6AB069}" type="pres">
      <dgm:prSet presAssocID="{096A9AF0-0DAE-4EB3-B448-4501DA034F4A}" presName="L2TextContainer" presStyleLbl="revTx" presStyleIdx="2" presStyleCnt="12">
        <dgm:presLayoutVars>
          <dgm:bulletEnabled val="1"/>
        </dgm:presLayoutVars>
      </dgm:prSet>
      <dgm:spPr/>
    </dgm:pt>
    <dgm:pt modelId="{C1E34084-406C-48D5-88FE-7226282DBC49}" type="pres">
      <dgm:prSet presAssocID="{096A9AF0-0DAE-4EB3-B448-4501DA034F4A}" presName="L1TextContainer" presStyleLbl="revTx" presStyleIdx="3" presStyleCnt="12">
        <dgm:presLayoutVars>
          <dgm:chMax val="1"/>
          <dgm:chPref val="1"/>
          <dgm:bulletEnabled val="1"/>
        </dgm:presLayoutVars>
      </dgm:prSet>
      <dgm:spPr/>
    </dgm:pt>
    <dgm:pt modelId="{33168228-1414-4AAF-B7E5-C08A80BBB2F1}" type="pres">
      <dgm:prSet presAssocID="{096A9AF0-0DAE-4EB3-B448-4501DA034F4A}" presName="ConnectLine" presStyleLbl="sibTrans1D1" presStyleIdx="1" presStyleCnt="6"/>
      <dgm:spPr>
        <a:xfrm>
          <a:off x="1843314" y="2690813"/>
          <a:ext cx="0" cy="1592961"/>
        </a:xfrm>
        <a:prstGeom prst="line">
          <a:avLst/>
        </a:prstGeom>
      </dgm:spPr>
    </dgm:pt>
    <dgm:pt modelId="{C791BCDD-76D3-4E0E-98B9-0C4903CF0E94}" type="pres">
      <dgm:prSet presAssocID="{096A9AF0-0DAE-4EB3-B448-4501DA034F4A}" presName="EmptyPlaceHolder" presStyleCnt="0"/>
      <dgm:spPr/>
    </dgm:pt>
    <dgm:pt modelId="{3B1DA912-FDB7-4F73-8823-B30C56F7DE86}" type="pres">
      <dgm:prSet presAssocID="{6B0D7DA9-E6ED-4137-9716-F48BF62327A8}" presName="spaceBetweenRectangles" presStyleCnt="0"/>
      <dgm:spPr/>
    </dgm:pt>
    <dgm:pt modelId="{DCEEC7C0-6CAC-4153-B66A-D920E3B7F504}" type="pres">
      <dgm:prSet presAssocID="{683CC5F6-E9B5-49F2-909E-A68D38896308}" presName="composite" presStyleCnt="0"/>
      <dgm:spPr/>
    </dgm:pt>
    <dgm:pt modelId="{56361E50-9FEC-48AD-A369-C1A8379B35EC}" type="pres">
      <dgm:prSet presAssocID="{683CC5F6-E9B5-49F2-909E-A68D38896308}" presName="ConnectorPoint" presStyleLbl="lnNode1" presStyleIdx="2" presStyleCnt="6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70AC7E27-D774-4261-A80F-683BBD09A81D}" type="pres">
      <dgm:prSet presAssocID="{683CC5F6-E9B5-49F2-909E-A68D38896308}" presName="DropPinPlaceHolder" presStyleCnt="0"/>
      <dgm:spPr/>
    </dgm:pt>
    <dgm:pt modelId="{7BC09B8D-1C75-4604-9F35-AEC078447C45}" type="pres">
      <dgm:prSet presAssocID="{683CC5F6-E9B5-49F2-909E-A68D38896308}" presName="DropPin" presStyleLbl="alignNode1" presStyleIdx="2" presStyleCnt="6"/>
      <dgm:spPr>
        <a:prstGeom prst="ellipse">
          <a:avLst/>
        </a:prstGeom>
      </dgm:spPr>
    </dgm:pt>
    <dgm:pt modelId="{DFE91A1F-E910-48AB-A4C9-128002268483}" type="pres">
      <dgm:prSet presAssocID="{683CC5F6-E9B5-49F2-909E-A68D38896308}" presName="Ellipse" presStyleLbl="fgAcc1" presStyleIdx="3" presStyleCnt="7"/>
      <dgm:spPr>
        <a:prstGeom prst="star12">
          <a:avLst/>
        </a:prstGeom>
      </dgm:spPr>
    </dgm:pt>
    <dgm:pt modelId="{FC8603F2-85FC-4134-978C-4054E468209C}" type="pres">
      <dgm:prSet presAssocID="{683CC5F6-E9B5-49F2-909E-A68D38896308}" presName="L2TextContainer" presStyleLbl="revTx" presStyleIdx="4" presStyleCnt="12">
        <dgm:presLayoutVars>
          <dgm:bulletEnabled val="1"/>
        </dgm:presLayoutVars>
      </dgm:prSet>
      <dgm:spPr/>
    </dgm:pt>
    <dgm:pt modelId="{4EB3AA5C-1289-44C6-9F3E-859ABA28E18F}" type="pres">
      <dgm:prSet presAssocID="{683CC5F6-E9B5-49F2-909E-A68D38896308}" presName="L1TextContainer" presStyleLbl="revTx" presStyleIdx="5" presStyleCnt="12">
        <dgm:presLayoutVars>
          <dgm:chMax val="1"/>
          <dgm:chPref val="1"/>
          <dgm:bulletEnabled val="1"/>
        </dgm:presLayoutVars>
      </dgm:prSet>
      <dgm:spPr/>
    </dgm:pt>
    <dgm:pt modelId="{0BB03C0E-97EC-4D66-9B09-35D689DAB28C}" type="pres">
      <dgm:prSet presAssocID="{683CC5F6-E9B5-49F2-909E-A68D38896308}" presName="ConnectLine" presStyleLbl="sibTrans1D1" presStyleIdx="2" presStyleCnt="6"/>
      <dgm:spPr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</a:ln>
        <a:effectLst/>
      </dgm:spPr>
    </dgm:pt>
    <dgm:pt modelId="{1A7A92CB-81F0-42D4-87BF-4008DEFA9CA8}" type="pres">
      <dgm:prSet presAssocID="{683CC5F6-E9B5-49F2-909E-A68D38896308}" presName="EmptyPlaceHolder" presStyleCnt="0"/>
      <dgm:spPr/>
    </dgm:pt>
    <dgm:pt modelId="{ABE3202B-256B-4398-8B41-CB40EDB06266}" type="pres">
      <dgm:prSet presAssocID="{4C61DDEE-8BBF-4CBF-B066-7E60B6DF0A11}" presName="spaceBetweenRectangles" presStyleCnt="0"/>
      <dgm:spPr/>
    </dgm:pt>
    <dgm:pt modelId="{B744CD57-FD23-4E62-9589-4CAC57B034E9}" type="pres">
      <dgm:prSet presAssocID="{CA6B1BA0-B2FC-48AD-8EDA-F4AAA4AF2782}" presName="composite" presStyleCnt="0"/>
      <dgm:spPr/>
    </dgm:pt>
    <dgm:pt modelId="{D891B168-1DA5-4124-931F-A51FCB8EFC11}" type="pres">
      <dgm:prSet presAssocID="{CA6B1BA0-B2FC-48AD-8EDA-F4AAA4AF2782}" presName="ConnectorPoint" presStyleLbl="lnNode1" presStyleIdx="3" presStyleCnt="6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42206762-CD73-4F82-B16A-D168E2503215}" type="pres">
      <dgm:prSet presAssocID="{CA6B1BA0-B2FC-48AD-8EDA-F4AAA4AF2782}" presName="DropPinPlaceHolder" presStyleCnt="0"/>
      <dgm:spPr/>
    </dgm:pt>
    <dgm:pt modelId="{C0DBECBF-E3AA-450B-95D4-8349AA21B4F8}" type="pres">
      <dgm:prSet presAssocID="{CA6B1BA0-B2FC-48AD-8EDA-F4AAA4AF2782}" presName="DropPin" presStyleLbl="alignNode1" presStyleIdx="3" presStyleCnt="6"/>
      <dgm:spPr/>
    </dgm:pt>
    <dgm:pt modelId="{6EDDD44C-F5E4-49AD-B1D9-346B8B8AEE8F}" type="pres">
      <dgm:prSet presAssocID="{CA6B1BA0-B2FC-48AD-8EDA-F4AAA4AF2782}" presName="Ellipse" presStyleLbl="fgAcc1" presStyleIdx="4" presStyleCnt="7"/>
      <dgm:spPr>
        <a:prstGeom prst="donut">
          <a:avLst/>
        </a:prstGeom>
      </dgm:spPr>
    </dgm:pt>
    <dgm:pt modelId="{FE564261-183D-47F9-8E7E-BCFC5023A815}" type="pres">
      <dgm:prSet presAssocID="{CA6B1BA0-B2FC-48AD-8EDA-F4AAA4AF2782}" presName="L2TextContainer" presStyleLbl="revTx" presStyleIdx="6" presStyleCnt="12">
        <dgm:presLayoutVars>
          <dgm:bulletEnabled val="1"/>
        </dgm:presLayoutVars>
      </dgm:prSet>
      <dgm:spPr/>
    </dgm:pt>
    <dgm:pt modelId="{3DA36ABE-9810-4ED4-9A55-2905E7588D06}" type="pres">
      <dgm:prSet presAssocID="{CA6B1BA0-B2FC-48AD-8EDA-F4AAA4AF2782}" presName="L1TextContainer" presStyleLbl="revTx" presStyleIdx="7" presStyleCnt="12">
        <dgm:presLayoutVars>
          <dgm:chMax val="1"/>
          <dgm:chPref val="1"/>
          <dgm:bulletEnabled val="1"/>
        </dgm:presLayoutVars>
      </dgm:prSet>
      <dgm:spPr/>
    </dgm:pt>
    <dgm:pt modelId="{4B9F5909-A57C-4893-9C8A-D5960FE9BE37}" type="pres">
      <dgm:prSet presAssocID="{CA6B1BA0-B2FC-48AD-8EDA-F4AAA4AF2782}" presName="ConnectLine" presStyleLbl="sibTrans1D1" presStyleIdx="3" presStyleCnt="6"/>
      <dgm:spPr>
        <a:xfrm>
          <a:off x="4960678" y="2690813"/>
          <a:ext cx="0" cy="1592961"/>
        </a:xfrm>
        <a:prstGeom prst="line">
          <a:avLst/>
        </a:prstGeom>
      </dgm:spPr>
    </dgm:pt>
    <dgm:pt modelId="{DEDCEF89-DB8F-4197-B2D2-2D39426E0B96}" type="pres">
      <dgm:prSet presAssocID="{CA6B1BA0-B2FC-48AD-8EDA-F4AAA4AF2782}" presName="EmptyPlaceHolder" presStyleCnt="0"/>
      <dgm:spPr/>
    </dgm:pt>
    <dgm:pt modelId="{4A96FD2F-C127-41DC-AA54-1EEBED6BA483}" type="pres">
      <dgm:prSet presAssocID="{39FB540D-D808-4040-9A37-0AC474C0212F}" presName="spaceBetweenRectangles" presStyleCnt="0"/>
      <dgm:spPr/>
    </dgm:pt>
    <dgm:pt modelId="{A1AE2BC4-A99C-4DD3-A84D-EB3461D18287}" type="pres">
      <dgm:prSet presAssocID="{212ADAAB-D5CB-4BBC-8DAF-7340FD334994}" presName="composite" presStyleCnt="0"/>
      <dgm:spPr/>
    </dgm:pt>
    <dgm:pt modelId="{278CF1E0-B1C4-4B10-A5EC-FD7EF0557E2D}" type="pres">
      <dgm:prSet presAssocID="{212ADAAB-D5CB-4BBC-8DAF-7340FD334994}" presName="ConnectorPoint" presStyleLbl="lnNode1" presStyleIdx="4" presStyleCnt="6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27B65FB4-BE6A-41E6-BBE9-8DC9F7B73486}" type="pres">
      <dgm:prSet presAssocID="{212ADAAB-D5CB-4BBC-8DAF-7340FD334994}" presName="DropPinPlaceHolder" presStyleCnt="0"/>
      <dgm:spPr/>
    </dgm:pt>
    <dgm:pt modelId="{488CC4C6-DFBC-460C-A9ED-BEDA8CC682D4}" type="pres">
      <dgm:prSet presAssocID="{212ADAAB-D5CB-4BBC-8DAF-7340FD334994}" presName="DropPin" presStyleLbl="alignNode1" presStyleIdx="4" presStyleCnt="6"/>
      <dgm:spPr/>
    </dgm:pt>
    <dgm:pt modelId="{48CA82DA-B677-461B-A08D-337683480059}" type="pres">
      <dgm:prSet presAssocID="{212ADAAB-D5CB-4BBC-8DAF-7340FD334994}" presName="Ellipse" presStyleLbl="fgAcc1" presStyleIdx="5" presStyleCnt="7"/>
      <dgm:spPr>
        <a:prstGeom prst="donut">
          <a:avLst/>
        </a:prstGeom>
      </dgm:spPr>
    </dgm:pt>
    <dgm:pt modelId="{D1646913-A3FA-4470-A3E9-C64B0A13A62A}" type="pres">
      <dgm:prSet presAssocID="{212ADAAB-D5CB-4BBC-8DAF-7340FD334994}" presName="L2TextContainer" presStyleLbl="revTx" presStyleIdx="8" presStyleCnt="12">
        <dgm:presLayoutVars>
          <dgm:bulletEnabled val="1"/>
        </dgm:presLayoutVars>
      </dgm:prSet>
      <dgm:spPr/>
    </dgm:pt>
    <dgm:pt modelId="{6EC2FC68-E1B8-4274-8090-C2C96A4CD82C}" type="pres">
      <dgm:prSet presAssocID="{212ADAAB-D5CB-4BBC-8DAF-7340FD334994}" presName="L1TextContainer" presStyleLbl="revTx" presStyleIdx="9" presStyleCnt="12">
        <dgm:presLayoutVars>
          <dgm:chMax val="1"/>
          <dgm:chPref val="1"/>
          <dgm:bulletEnabled val="1"/>
        </dgm:presLayoutVars>
      </dgm:prSet>
      <dgm:spPr/>
    </dgm:pt>
    <dgm:pt modelId="{4F41BF23-550C-4E7F-977E-3D22E3AF7B51}" type="pres">
      <dgm:prSet presAssocID="{212ADAAB-D5CB-4BBC-8DAF-7340FD334994}" presName="ConnectLine" presStyleLbl="sibTrans1D1" presStyleIdx="4" presStyleCnt="6"/>
      <dgm:spPr>
        <a:xfrm>
          <a:off x="6519360" y="1097851"/>
          <a:ext cx="0" cy="1592961"/>
        </a:xfrm>
        <a:prstGeom prst="line">
          <a:avLst/>
        </a:prstGeom>
      </dgm:spPr>
    </dgm:pt>
    <dgm:pt modelId="{5018695D-CFD4-49F8-8967-BA8A0C0A0DE1}" type="pres">
      <dgm:prSet presAssocID="{212ADAAB-D5CB-4BBC-8DAF-7340FD334994}" presName="EmptyPlaceHolder" presStyleCnt="0"/>
      <dgm:spPr/>
    </dgm:pt>
    <dgm:pt modelId="{61EA613E-57A8-485F-A4A9-29037092E83A}" type="pres">
      <dgm:prSet presAssocID="{AB2787E4-2A8B-428D-A4AE-2B14DCFFC4E7}" presName="spaceBetweenRectangles" presStyleCnt="0"/>
      <dgm:spPr/>
    </dgm:pt>
    <dgm:pt modelId="{0F3B3032-C16A-44EB-AE28-CB7C1D797D2B}" type="pres">
      <dgm:prSet presAssocID="{A2560FD2-F12F-4A06-A96F-B86674952111}" presName="composite" presStyleCnt="0"/>
      <dgm:spPr/>
    </dgm:pt>
    <dgm:pt modelId="{A64C6D16-2F77-439A-848A-F1081C5E5CBE}" type="pres">
      <dgm:prSet presAssocID="{A2560FD2-F12F-4A06-A96F-B86674952111}" presName="ConnectorPoint" presStyleLbl="lnNode1" presStyleIdx="5" presStyleCnt="6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8EFC6EAF-71E5-48C3-9F69-6FB96640B14F}" type="pres">
      <dgm:prSet presAssocID="{A2560FD2-F12F-4A06-A96F-B86674952111}" presName="DropPinPlaceHolder" presStyleCnt="0"/>
      <dgm:spPr/>
    </dgm:pt>
    <dgm:pt modelId="{73F98938-B973-410F-B6E0-43437FA146E6}" type="pres">
      <dgm:prSet presAssocID="{A2560FD2-F12F-4A06-A96F-B86674952111}" presName="DropPin" presStyleLbl="alignNode1" presStyleIdx="5" presStyleCnt="6"/>
      <dgm:spPr>
        <a:prstGeom prst="ellipse">
          <a:avLst/>
        </a:prstGeom>
      </dgm:spPr>
    </dgm:pt>
    <dgm:pt modelId="{26BE64BD-02BC-4C6F-AC50-F9617E59754D}" type="pres">
      <dgm:prSet presAssocID="{A2560FD2-F12F-4A06-A96F-B86674952111}" presName="Ellipse" presStyleLbl="fgAcc1" presStyleIdx="6" presStyleCnt="7"/>
      <dgm:spPr>
        <a:prstGeom prst="star12">
          <a:avLst/>
        </a:prstGeom>
      </dgm:spPr>
    </dgm:pt>
    <dgm:pt modelId="{5C5070CD-E29E-4F50-9A43-342A2DE968FF}" type="pres">
      <dgm:prSet presAssocID="{A2560FD2-F12F-4A06-A96F-B86674952111}" presName="L2TextContainer" presStyleLbl="revTx" presStyleIdx="10" presStyleCnt="12">
        <dgm:presLayoutVars>
          <dgm:bulletEnabled val="1"/>
        </dgm:presLayoutVars>
      </dgm:prSet>
      <dgm:spPr/>
    </dgm:pt>
    <dgm:pt modelId="{6FED4196-A0D3-4E5C-83DA-99291A8FFFC3}" type="pres">
      <dgm:prSet presAssocID="{A2560FD2-F12F-4A06-A96F-B86674952111}" presName="L1TextContainer" presStyleLbl="revTx" presStyleIdx="11" presStyleCnt="12">
        <dgm:presLayoutVars>
          <dgm:chMax val="1"/>
          <dgm:chPref val="1"/>
          <dgm:bulletEnabled val="1"/>
        </dgm:presLayoutVars>
      </dgm:prSet>
      <dgm:spPr/>
    </dgm:pt>
    <dgm:pt modelId="{54DE4918-169B-4E9C-B946-44A9D45AEC94}" type="pres">
      <dgm:prSet presAssocID="{A2560FD2-F12F-4A06-A96F-B86674952111}" presName="ConnectLine" presStyleLbl="sibTrans1D1" presStyleIdx="5" presStyleCnt="6"/>
      <dgm:spPr>
        <a:xfrm>
          <a:off x="8078042" y="2690813"/>
          <a:ext cx="0" cy="1592961"/>
        </a:xfrm>
        <a:prstGeom prst="line">
          <a:avLst/>
        </a:prstGeom>
      </dgm:spPr>
    </dgm:pt>
    <dgm:pt modelId="{75F2030E-997B-4809-B3F1-AEF48EEEDB2B}" type="pres">
      <dgm:prSet presAssocID="{A2560FD2-F12F-4A06-A96F-B86674952111}" presName="EmptyPlaceHolder" presStyleCnt="0"/>
      <dgm:spPr/>
    </dgm:pt>
  </dgm:ptLst>
  <dgm:cxnLst>
    <dgm:cxn modelId="{987E6208-6FBF-4818-8D82-020440E776B4}" type="presOf" srcId="{9DCEA5FC-4640-45AF-B712-7A4FD94AEF0D}" destId="{85C50C56-6DC8-4C47-8DBC-4FD6B1554AA4}" srcOrd="0" destOrd="0" presId="urn:microsoft.com/office/officeart/2017/3/layout/DropPinTimeline"/>
    <dgm:cxn modelId="{995FAD0D-905C-4246-BEA6-E4CD468035A2}" type="presOf" srcId="{096A9AF0-0DAE-4EB3-B448-4501DA034F4A}" destId="{C1E34084-406C-48D5-88FE-7226282DBC49}" srcOrd="0" destOrd="0" presId="urn:microsoft.com/office/officeart/2017/3/layout/DropPinTimeline"/>
    <dgm:cxn modelId="{60631413-8B80-40CB-9203-B81CD7EC7CD0}" type="presOf" srcId="{1E529C6E-C939-479A-A075-9E9B02837B50}" destId="{5C5070CD-E29E-4F50-9A43-342A2DE968FF}" srcOrd="0" destOrd="0" presId="urn:microsoft.com/office/officeart/2017/3/layout/DropPinTimeline"/>
    <dgm:cxn modelId="{1C1A9A2A-3385-4187-A01C-97035BFB0369}" type="presOf" srcId="{A2560FD2-F12F-4A06-A96F-B86674952111}" destId="{6FED4196-A0D3-4E5C-83DA-99291A8FFFC3}" srcOrd="0" destOrd="0" presId="urn:microsoft.com/office/officeart/2017/3/layout/DropPinTimeline"/>
    <dgm:cxn modelId="{2CC2803D-31E2-494C-ADFC-FD81060C6D02}" type="presOf" srcId="{2AEE5C11-34AE-4EB7-8907-9BED418EA471}" destId="{D1646913-A3FA-4470-A3E9-C64B0A13A62A}" srcOrd="0" destOrd="0" presId="urn:microsoft.com/office/officeart/2017/3/layout/DropPinTimeline"/>
    <dgm:cxn modelId="{39A11E5C-7A57-4117-A6DF-36000C29509C}" srcId="{9DCEA5FC-4640-45AF-B712-7A4FD94AEF0D}" destId="{831701CF-77C7-46C0-A913-8CC39517BAB8}" srcOrd="0" destOrd="0" parTransId="{13FBC60D-3EA6-4496-BA97-C1AE8C7F8961}" sibTransId="{75156CDF-E17B-4DAD-AE37-EA44D7F37090}"/>
    <dgm:cxn modelId="{DD687B5C-28C8-4088-99B8-D375C5FDAE4A}" srcId="{212ADAAB-D5CB-4BBC-8DAF-7340FD334994}" destId="{2AEE5C11-34AE-4EB7-8907-9BED418EA471}" srcOrd="0" destOrd="0" parTransId="{2E14AD1F-C7EA-45AE-ADC0-0EE92A6516CB}" sibTransId="{F36FDDA0-6B91-47CB-8114-B6F076E55FC8}"/>
    <dgm:cxn modelId="{63AB0265-EE84-426B-AD79-2D63AA53D68A}" type="presOf" srcId="{683CC5F6-E9B5-49F2-909E-A68D38896308}" destId="{4EB3AA5C-1289-44C6-9F3E-859ABA28E18F}" srcOrd="0" destOrd="0" presId="urn:microsoft.com/office/officeart/2017/3/layout/DropPinTimeline"/>
    <dgm:cxn modelId="{DBD99269-D7F7-4B47-B17B-A5AE402751D9}" srcId="{63085546-7C7C-4B3E-ABEB-2669F1A65FB2}" destId="{9DCEA5FC-4640-45AF-B712-7A4FD94AEF0D}" srcOrd="0" destOrd="0" parTransId="{929A5FD9-0612-4B79-9B59-C3C36D34A069}" sibTransId="{0A99745B-BB5C-49B3-A782-8DB57641F6C9}"/>
    <dgm:cxn modelId="{C8C7266C-2A0C-476A-85B3-F12BE2521F4C}" srcId="{63085546-7C7C-4B3E-ABEB-2669F1A65FB2}" destId="{212ADAAB-D5CB-4BBC-8DAF-7340FD334994}" srcOrd="4" destOrd="0" parTransId="{45F6D312-A686-491E-95E3-EFB9640CC472}" sibTransId="{AB2787E4-2A8B-428D-A4AE-2B14DCFFC4E7}"/>
    <dgm:cxn modelId="{24A8F052-3377-4BA4-8C62-CCF5039C85D7}" srcId="{CA6B1BA0-B2FC-48AD-8EDA-F4AAA4AF2782}" destId="{3CB04A44-4013-4CA7-90FD-29AFC3C15E37}" srcOrd="0" destOrd="0" parTransId="{ECEE936A-E3CC-4209-BECC-1CD0C85A2B72}" sibTransId="{D7A8F7A0-47A3-4464-B3B7-E0806DF46627}"/>
    <dgm:cxn modelId="{30821C78-AFB0-420D-8288-048EDC6649CD}" type="presOf" srcId="{212ADAAB-D5CB-4BBC-8DAF-7340FD334994}" destId="{6EC2FC68-E1B8-4274-8090-C2C96A4CD82C}" srcOrd="0" destOrd="0" presId="urn:microsoft.com/office/officeart/2017/3/layout/DropPinTimeline"/>
    <dgm:cxn modelId="{B05C4C7C-FEB8-4825-98A0-C38D3021918A}" srcId="{096A9AF0-0DAE-4EB3-B448-4501DA034F4A}" destId="{92921081-529B-4D1C-83A4-C416BB4C5224}" srcOrd="0" destOrd="0" parTransId="{5AD2C2F8-A1D7-469B-93D8-B578BEFE51F8}" sibTransId="{ECC13403-1F53-4ED4-AE4F-334EEC7C8710}"/>
    <dgm:cxn modelId="{F9D8B584-9399-4A2B-8ADC-F71293A4822C}" srcId="{63085546-7C7C-4B3E-ABEB-2669F1A65FB2}" destId="{A2560FD2-F12F-4A06-A96F-B86674952111}" srcOrd="5" destOrd="0" parTransId="{96173659-138A-4A00-AE0B-9063EA9393A6}" sibTransId="{D3C3BC3F-2256-4FBC-AFA5-0D035E3EACD7}"/>
    <dgm:cxn modelId="{17EA6585-A3CA-49D9-A4E8-4EA5E8670A02}" type="presOf" srcId="{4EA069F3-397F-40D5-94A6-32C3E355C277}" destId="{FC8603F2-85FC-4134-978C-4054E468209C}" srcOrd="0" destOrd="0" presId="urn:microsoft.com/office/officeart/2017/3/layout/DropPinTimeline"/>
    <dgm:cxn modelId="{D0B1DC87-C933-4D24-BC28-BB96D1BE402A}" type="presOf" srcId="{CA6B1BA0-B2FC-48AD-8EDA-F4AAA4AF2782}" destId="{3DA36ABE-9810-4ED4-9A55-2905E7588D06}" srcOrd="0" destOrd="0" presId="urn:microsoft.com/office/officeart/2017/3/layout/DropPinTimeline"/>
    <dgm:cxn modelId="{07F9AA91-E82B-4509-B7B2-312257F1270F}" type="presOf" srcId="{92921081-529B-4D1C-83A4-C416BB4C5224}" destId="{B608C5A1-CE9E-4410-9F2F-F714CC6AB069}" srcOrd="0" destOrd="0" presId="urn:microsoft.com/office/officeart/2017/3/layout/DropPinTimeline"/>
    <dgm:cxn modelId="{4731C8A4-66FB-42EB-9357-E1DC5B2CFC3F}" type="presOf" srcId="{831701CF-77C7-46C0-A913-8CC39517BAB8}" destId="{A782CF5D-A585-4990-846A-5EDBD19A9BDB}" srcOrd="0" destOrd="0" presId="urn:microsoft.com/office/officeart/2017/3/layout/DropPinTimeline"/>
    <dgm:cxn modelId="{99746BB5-7122-43B8-8680-CF610F03585C}" srcId="{A2560FD2-F12F-4A06-A96F-B86674952111}" destId="{1E529C6E-C939-479A-A075-9E9B02837B50}" srcOrd="0" destOrd="0" parTransId="{46B3C017-F97A-4640-992A-33AEE06B2EFC}" sibTransId="{192E80CB-2667-481C-8244-6EC4AEED1BC2}"/>
    <dgm:cxn modelId="{87DFA5B7-83B7-4BCA-980A-FF288AD983E5}" type="presOf" srcId="{3CB04A44-4013-4CA7-90FD-29AFC3C15E37}" destId="{FE564261-183D-47F9-8E7E-BCFC5023A815}" srcOrd="0" destOrd="0" presId="urn:microsoft.com/office/officeart/2017/3/layout/DropPinTimeline"/>
    <dgm:cxn modelId="{CA0753BD-DB60-4D68-8486-5B376B839B26}" srcId="{63085546-7C7C-4B3E-ABEB-2669F1A65FB2}" destId="{096A9AF0-0DAE-4EB3-B448-4501DA034F4A}" srcOrd="1" destOrd="0" parTransId="{8CE6ABD6-768E-42C8-9029-C3B5F278B21C}" sibTransId="{6B0D7DA9-E6ED-4137-9716-F48BF62327A8}"/>
    <dgm:cxn modelId="{CB3F12BF-FFAB-4B6B-8AD9-1C5C1364E3A8}" type="presOf" srcId="{63085546-7C7C-4B3E-ABEB-2669F1A65FB2}" destId="{7A5D3400-AF5B-4297-8592-4C1EDB9D0973}" srcOrd="0" destOrd="0" presId="urn:microsoft.com/office/officeart/2017/3/layout/DropPinTimeline"/>
    <dgm:cxn modelId="{BC5A70C8-9D97-4922-BCDB-6316D191C527}" srcId="{683CC5F6-E9B5-49F2-909E-A68D38896308}" destId="{4EA069F3-397F-40D5-94A6-32C3E355C277}" srcOrd="0" destOrd="0" parTransId="{2F99115B-608E-4E08-A503-B74879A76D07}" sibTransId="{E94D5EF7-F47C-476C-A5FE-1C35261B578A}"/>
    <dgm:cxn modelId="{CD6B6EE8-3813-4EF1-BFEC-C005A3326D63}" srcId="{63085546-7C7C-4B3E-ABEB-2669F1A65FB2}" destId="{CA6B1BA0-B2FC-48AD-8EDA-F4AAA4AF2782}" srcOrd="3" destOrd="0" parTransId="{D7D3AA07-BCB9-4212-A556-E90870FB1413}" sibTransId="{39FB540D-D808-4040-9A37-0AC474C0212F}"/>
    <dgm:cxn modelId="{59786CF9-070F-4821-A4E9-D33DB930D8D2}" srcId="{63085546-7C7C-4B3E-ABEB-2669F1A65FB2}" destId="{683CC5F6-E9B5-49F2-909E-A68D38896308}" srcOrd="2" destOrd="0" parTransId="{15BFC747-B881-4328-BFBE-9BC128388CC6}" sibTransId="{4C61DDEE-8BBF-4CBF-B066-7E60B6DF0A11}"/>
    <dgm:cxn modelId="{7855D799-B7F1-42C4-B51A-6BAB4463E7AA}" type="presParOf" srcId="{7A5D3400-AF5B-4297-8592-4C1EDB9D0973}" destId="{BD204284-1F7C-4D58-BC79-8C2DEE7E9FAF}" srcOrd="0" destOrd="0" presId="urn:microsoft.com/office/officeart/2017/3/layout/DropPinTimeline"/>
    <dgm:cxn modelId="{5021CA74-DA6D-41C1-AB77-3DFDC0F87B9D}" type="presParOf" srcId="{7A5D3400-AF5B-4297-8592-4C1EDB9D0973}" destId="{46A6B157-7198-41C4-9D25-C4F8885F1B6F}" srcOrd="1" destOrd="0" presId="urn:microsoft.com/office/officeart/2017/3/layout/DropPinTimeline"/>
    <dgm:cxn modelId="{71EE67DA-1AFB-47E2-AE9F-162E771373B8}" type="presParOf" srcId="{46A6B157-7198-41C4-9D25-C4F8885F1B6F}" destId="{578E6A06-6F61-48BD-9F1A-48E731D6E26D}" srcOrd="0" destOrd="0" presId="urn:microsoft.com/office/officeart/2017/3/layout/DropPinTimeline"/>
    <dgm:cxn modelId="{DC74F29E-5521-4E9A-AE99-15A4777F9679}" type="presParOf" srcId="{578E6A06-6F61-48BD-9F1A-48E731D6E26D}" destId="{9F727168-E825-43C1-AF50-41E115F59C0C}" srcOrd="0" destOrd="0" presId="urn:microsoft.com/office/officeart/2017/3/layout/DropPinTimeline"/>
    <dgm:cxn modelId="{0F3C3050-EEFA-491F-B6D7-F4FC47260C29}" type="presParOf" srcId="{578E6A06-6F61-48BD-9F1A-48E731D6E26D}" destId="{0C380CA5-521A-4949-A022-450DA9C217F5}" srcOrd="1" destOrd="0" presId="urn:microsoft.com/office/officeart/2017/3/layout/DropPinTimeline"/>
    <dgm:cxn modelId="{7A3048AA-FDF2-4867-B85B-AC1915F18957}" type="presParOf" srcId="{0C380CA5-521A-4949-A022-450DA9C217F5}" destId="{19EF924A-339B-436A-9151-9C7B0B0377B9}" srcOrd="0" destOrd="0" presId="urn:microsoft.com/office/officeart/2017/3/layout/DropPinTimeline"/>
    <dgm:cxn modelId="{DA5A680B-108C-436B-9F6F-C2983AA7A769}" type="presParOf" srcId="{0C380CA5-521A-4949-A022-450DA9C217F5}" destId="{846B4BA4-33F0-43CE-A60E-B95E195AD5A9}" srcOrd="1" destOrd="0" presId="urn:microsoft.com/office/officeart/2017/3/layout/DropPinTimeline"/>
    <dgm:cxn modelId="{96B78FE3-9ABB-4A77-BABB-E52EC6124441}" type="presParOf" srcId="{578E6A06-6F61-48BD-9F1A-48E731D6E26D}" destId="{A782CF5D-A585-4990-846A-5EDBD19A9BDB}" srcOrd="2" destOrd="0" presId="urn:microsoft.com/office/officeart/2017/3/layout/DropPinTimeline"/>
    <dgm:cxn modelId="{BB2FC6F5-3544-45AC-930D-A6FC8C1198F5}" type="presParOf" srcId="{578E6A06-6F61-48BD-9F1A-48E731D6E26D}" destId="{85C50C56-6DC8-4C47-8DBC-4FD6B1554AA4}" srcOrd="3" destOrd="0" presId="urn:microsoft.com/office/officeart/2017/3/layout/DropPinTimeline"/>
    <dgm:cxn modelId="{1DF134D0-04A7-4AA1-A8CC-CBFA9135F98D}" type="presParOf" srcId="{578E6A06-6F61-48BD-9F1A-48E731D6E26D}" destId="{4F322B1B-F357-4BCD-BF34-8A0D705A1CE7}" srcOrd="4" destOrd="0" presId="urn:microsoft.com/office/officeart/2017/3/layout/DropPinTimeline"/>
    <dgm:cxn modelId="{538822C3-D342-4107-A9D5-F110AD9A616E}" type="presParOf" srcId="{578E6A06-6F61-48BD-9F1A-48E731D6E26D}" destId="{9FF32B1E-94FD-475E-9959-8E0546070C5B}" srcOrd="5" destOrd="0" presId="urn:microsoft.com/office/officeart/2017/3/layout/DropPinTimeline"/>
    <dgm:cxn modelId="{84BE10DC-749F-4BB3-BB1B-3CED24198736}" type="presParOf" srcId="{46A6B157-7198-41C4-9D25-C4F8885F1B6F}" destId="{C9E000F5-B650-46EB-A3B0-FBA6593CE548}" srcOrd="1" destOrd="0" presId="urn:microsoft.com/office/officeart/2017/3/layout/DropPinTimeline"/>
    <dgm:cxn modelId="{E7FF6C9D-05DB-49D9-BC17-49E3C7F3D181}" type="presParOf" srcId="{46A6B157-7198-41C4-9D25-C4F8885F1B6F}" destId="{64373A7D-C7A5-4C0C-9781-58743159539A}" srcOrd="2" destOrd="0" presId="urn:microsoft.com/office/officeart/2017/3/layout/DropPinTimeline"/>
    <dgm:cxn modelId="{FACF2D92-8500-4179-8F6A-C624B05FAEC1}" type="presParOf" srcId="{64373A7D-C7A5-4C0C-9781-58743159539A}" destId="{B57996C3-16BE-4CEB-B9E2-6FFC42938F41}" srcOrd="0" destOrd="0" presId="urn:microsoft.com/office/officeart/2017/3/layout/DropPinTimeline"/>
    <dgm:cxn modelId="{12FE0388-B819-4ABC-9721-3A9223FCADF4}" type="presParOf" srcId="{64373A7D-C7A5-4C0C-9781-58743159539A}" destId="{BC71368F-DA7E-405D-93AC-3A6767BF9FC6}" srcOrd="1" destOrd="0" presId="urn:microsoft.com/office/officeart/2017/3/layout/DropPinTimeline"/>
    <dgm:cxn modelId="{8D35E9BB-DA99-48E0-A867-949CAEAAA6D6}" type="presParOf" srcId="{BC71368F-DA7E-405D-93AC-3A6767BF9FC6}" destId="{5B4632EA-1574-417A-A3FA-D711159FBAD1}" srcOrd="0" destOrd="0" presId="urn:microsoft.com/office/officeart/2017/3/layout/DropPinTimeline"/>
    <dgm:cxn modelId="{D0388358-6C68-40DD-8CD3-BE893129D935}" type="presParOf" srcId="{BC71368F-DA7E-405D-93AC-3A6767BF9FC6}" destId="{032E0966-F86B-4BBD-BE80-8FAB861AF0E8}" srcOrd="1" destOrd="0" presId="urn:microsoft.com/office/officeart/2017/3/layout/DropPinTimeline"/>
    <dgm:cxn modelId="{E0FCD920-481D-4C5F-A576-55F0C1D5B3B7}" type="presParOf" srcId="{64373A7D-C7A5-4C0C-9781-58743159539A}" destId="{B608C5A1-CE9E-4410-9F2F-F714CC6AB069}" srcOrd="2" destOrd="0" presId="urn:microsoft.com/office/officeart/2017/3/layout/DropPinTimeline"/>
    <dgm:cxn modelId="{49B5B1AE-6FCE-42D4-9414-E335D81C76D0}" type="presParOf" srcId="{64373A7D-C7A5-4C0C-9781-58743159539A}" destId="{C1E34084-406C-48D5-88FE-7226282DBC49}" srcOrd="3" destOrd="0" presId="urn:microsoft.com/office/officeart/2017/3/layout/DropPinTimeline"/>
    <dgm:cxn modelId="{667712A9-633D-4DBA-A692-E37A521937E5}" type="presParOf" srcId="{64373A7D-C7A5-4C0C-9781-58743159539A}" destId="{33168228-1414-4AAF-B7E5-C08A80BBB2F1}" srcOrd="4" destOrd="0" presId="urn:microsoft.com/office/officeart/2017/3/layout/DropPinTimeline"/>
    <dgm:cxn modelId="{360C951A-2AD1-4A99-AAA9-B7B53FC1B0C7}" type="presParOf" srcId="{64373A7D-C7A5-4C0C-9781-58743159539A}" destId="{C791BCDD-76D3-4E0E-98B9-0C4903CF0E94}" srcOrd="5" destOrd="0" presId="urn:microsoft.com/office/officeart/2017/3/layout/DropPinTimeline"/>
    <dgm:cxn modelId="{35346C2A-6E88-41AD-BD47-ECD72929FCE5}" type="presParOf" srcId="{46A6B157-7198-41C4-9D25-C4F8885F1B6F}" destId="{3B1DA912-FDB7-4F73-8823-B30C56F7DE86}" srcOrd="3" destOrd="0" presId="urn:microsoft.com/office/officeart/2017/3/layout/DropPinTimeline"/>
    <dgm:cxn modelId="{E59057FA-847A-4126-8700-B9A4F3696325}" type="presParOf" srcId="{46A6B157-7198-41C4-9D25-C4F8885F1B6F}" destId="{DCEEC7C0-6CAC-4153-B66A-D920E3B7F504}" srcOrd="4" destOrd="0" presId="urn:microsoft.com/office/officeart/2017/3/layout/DropPinTimeline"/>
    <dgm:cxn modelId="{B82CCAF6-442B-46AB-9B68-6E7B4D62FD9B}" type="presParOf" srcId="{DCEEC7C0-6CAC-4153-B66A-D920E3B7F504}" destId="{56361E50-9FEC-48AD-A369-C1A8379B35EC}" srcOrd="0" destOrd="0" presId="urn:microsoft.com/office/officeart/2017/3/layout/DropPinTimeline"/>
    <dgm:cxn modelId="{FB91546B-98B7-42EC-A236-9D4B68AB7E57}" type="presParOf" srcId="{DCEEC7C0-6CAC-4153-B66A-D920E3B7F504}" destId="{70AC7E27-D774-4261-A80F-683BBD09A81D}" srcOrd="1" destOrd="0" presId="urn:microsoft.com/office/officeart/2017/3/layout/DropPinTimeline"/>
    <dgm:cxn modelId="{128291DE-3A47-4667-A1F6-84B5CC1950A2}" type="presParOf" srcId="{70AC7E27-D774-4261-A80F-683BBD09A81D}" destId="{7BC09B8D-1C75-4604-9F35-AEC078447C45}" srcOrd="0" destOrd="0" presId="urn:microsoft.com/office/officeart/2017/3/layout/DropPinTimeline"/>
    <dgm:cxn modelId="{F0A235D5-6DBF-4491-AD12-E87E187B0F86}" type="presParOf" srcId="{70AC7E27-D774-4261-A80F-683BBD09A81D}" destId="{DFE91A1F-E910-48AB-A4C9-128002268483}" srcOrd="1" destOrd="0" presId="urn:microsoft.com/office/officeart/2017/3/layout/DropPinTimeline"/>
    <dgm:cxn modelId="{629159BF-4A21-4870-8C08-E54A5441F29B}" type="presParOf" srcId="{DCEEC7C0-6CAC-4153-B66A-D920E3B7F504}" destId="{FC8603F2-85FC-4134-978C-4054E468209C}" srcOrd="2" destOrd="0" presId="urn:microsoft.com/office/officeart/2017/3/layout/DropPinTimeline"/>
    <dgm:cxn modelId="{3971FE38-66D8-41D3-BE10-92A1B7610DA7}" type="presParOf" srcId="{DCEEC7C0-6CAC-4153-B66A-D920E3B7F504}" destId="{4EB3AA5C-1289-44C6-9F3E-859ABA28E18F}" srcOrd="3" destOrd="0" presId="urn:microsoft.com/office/officeart/2017/3/layout/DropPinTimeline"/>
    <dgm:cxn modelId="{24B473FE-5054-4EAD-B373-555E7D091AD5}" type="presParOf" srcId="{DCEEC7C0-6CAC-4153-B66A-D920E3B7F504}" destId="{0BB03C0E-97EC-4D66-9B09-35D689DAB28C}" srcOrd="4" destOrd="0" presId="urn:microsoft.com/office/officeart/2017/3/layout/DropPinTimeline"/>
    <dgm:cxn modelId="{2B1D1BBE-6BAE-45B9-9995-CBBA5ED2EAC5}" type="presParOf" srcId="{DCEEC7C0-6CAC-4153-B66A-D920E3B7F504}" destId="{1A7A92CB-81F0-42D4-87BF-4008DEFA9CA8}" srcOrd="5" destOrd="0" presId="urn:microsoft.com/office/officeart/2017/3/layout/DropPinTimeline"/>
    <dgm:cxn modelId="{4B2CE620-6FD2-4B47-808E-767E9CD6E11B}" type="presParOf" srcId="{46A6B157-7198-41C4-9D25-C4F8885F1B6F}" destId="{ABE3202B-256B-4398-8B41-CB40EDB06266}" srcOrd="5" destOrd="0" presId="urn:microsoft.com/office/officeart/2017/3/layout/DropPinTimeline"/>
    <dgm:cxn modelId="{0A9A6102-F00A-4BE8-99F2-80FE0510D070}" type="presParOf" srcId="{46A6B157-7198-41C4-9D25-C4F8885F1B6F}" destId="{B744CD57-FD23-4E62-9589-4CAC57B034E9}" srcOrd="6" destOrd="0" presId="urn:microsoft.com/office/officeart/2017/3/layout/DropPinTimeline"/>
    <dgm:cxn modelId="{80501AE2-53E9-4D67-A594-F44DD214D7C2}" type="presParOf" srcId="{B744CD57-FD23-4E62-9589-4CAC57B034E9}" destId="{D891B168-1DA5-4124-931F-A51FCB8EFC11}" srcOrd="0" destOrd="0" presId="urn:microsoft.com/office/officeart/2017/3/layout/DropPinTimeline"/>
    <dgm:cxn modelId="{4D35DB16-6124-4B05-B478-8F4429226C6A}" type="presParOf" srcId="{B744CD57-FD23-4E62-9589-4CAC57B034E9}" destId="{42206762-CD73-4F82-B16A-D168E2503215}" srcOrd="1" destOrd="0" presId="urn:microsoft.com/office/officeart/2017/3/layout/DropPinTimeline"/>
    <dgm:cxn modelId="{AFAA8AC7-581B-4388-BFDB-A430EF0404FD}" type="presParOf" srcId="{42206762-CD73-4F82-B16A-D168E2503215}" destId="{C0DBECBF-E3AA-450B-95D4-8349AA21B4F8}" srcOrd="0" destOrd="0" presId="urn:microsoft.com/office/officeart/2017/3/layout/DropPinTimeline"/>
    <dgm:cxn modelId="{105641F0-544B-453F-B1D8-5713903E4682}" type="presParOf" srcId="{42206762-CD73-4F82-B16A-D168E2503215}" destId="{6EDDD44C-F5E4-49AD-B1D9-346B8B8AEE8F}" srcOrd="1" destOrd="0" presId="urn:microsoft.com/office/officeart/2017/3/layout/DropPinTimeline"/>
    <dgm:cxn modelId="{23AA1CD9-5481-4A25-AA47-1E309DD4E86A}" type="presParOf" srcId="{B744CD57-FD23-4E62-9589-4CAC57B034E9}" destId="{FE564261-183D-47F9-8E7E-BCFC5023A815}" srcOrd="2" destOrd="0" presId="urn:microsoft.com/office/officeart/2017/3/layout/DropPinTimeline"/>
    <dgm:cxn modelId="{6F6D3A0F-FECD-4629-BF0C-38737E381D62}" type="presParOf" srcId="{B744CD57-FD23-4E62-9589-4CAC57B034E9}" destId="{3DA36ABE-9810-4ED4-9A55-2905E7588D06}" srcOrd="3" destOrd="0" presId="urn:microsoft.com/office/officeart/2017/3/layout/DropPinTimeline"/>
    <dgm:cxn modelId="{18ABBD94-4B15-4F9E-B420-EF8067A53E59}" type="presParOf" srcId="{B744CD57-FD23-4E62-9589-4CAC57B034E9}" destId="{4B9F5909-A57C-4893-9C8A-D5960FE9BE37}" srcOrd="4" destOrd="0" presId="urn:microsoft.com/office/officeart/2017/3/layout/DropPinTimeline"/>
    <dgm:cxn modelId="{3A6EE7AF-C1D7-4FFA-BDB4-755BC98362FD}" type="presParOf" srcId="{B744CD57-FD23-4E62-9589-4CAC57B034E9}" destId="{DEDCEF89-DB8F-4197-B2D2-2D39426E0B96}" srcOrd="5" destOrd="0" presId="urn:microsoft.com/office/officeart/2017/3/layout/DropPinTimeline"/>
    <dgm:cxn modelId="{7B15E33A-34F5-40D3-9CD6-849B365E3CBA}" type="presParOf" srcId="{46A6B157-7198-41C4-9D25-C4F8885F1B6F}" destId="{4A96FD2F-C127-41DC-AA54-1EEBED6BA483}" srcOrd="7" destOrd="0" presId="urn:microsoft.com/office/officeart/2017/3/layout/DropPinTimeline"/>
    <dgm:cxn modelId="{8C7BB85F-FA93-45E7-9CE6-E6668DA2157F}" type="presParOf" srcId="{46A6B157-7198-41C4-9D25-C4F8885F1B6F}" destId="{A1AE2BC4-A99C-4DD3-A84D-EB3461D18287}" srcOrd="8" destOrd="0" presId="urn:microsoft.com/office/officeart/2017/3/layout/DropPinTimeline"/>
    <dgm:cxn modelId="{9BDE40F9-332B-43F6-B5F2-904336B3E2E2}" type="presParOf" srcId="{A1AE2BC4-A99C-4DD3-A84D-EB3461D18287}" destId="{278CF1E0-B1C4-4B10-A5EC-FD7EF0557E2D}" srcOrd="0" destOrd="0" presId="urn:microsoft.com/office/officeart/2017/3/layout/DropPinTimeline"/>
    <dgm:cxn modelId="{A45F876D-0399-4209-99E5-BAF9A0A9A0FA}" type="presParOf" srcId="{A1AE2BC4-A99C-4DD3-A84D-EB3461D18287}" destId="{27B65FB4-BE6A-41E6-BBE9-8DC9F7B73486}" srcOrd="1" destOrd="0" presId="urn:microsoft.com/office/officeart/2017/3/layout/DropPinTimeline"/>
    <dgm:cxn modelId="{294D0375-99E3-4A04-94E3-5D7DA36F61E4}" type="presParOf" srcId="{27B65FB4-BE6A-41E6-BBE9-8DC9F7B73486}" destId="{488CC4C6-DFBC-460C-A9ED-BEDA8CC682D4}" srcOrd="0" destOrd="0" presId="urn:microsoft.com/office/officeart/2017/3/layout/DropPinTimeline"/>
    <dgm:cxn modelId="{29335C10-EF6A-47DE-B0D3-9F04E5635A46}" type="presParOf" srcId="{27B65FB4-BE6A-41E6-BBE9-8DC9F7B73486}" destId="{48CA82DA-B677-461B-A08D-337683480059}" srcOrd="1" destOrd="0" presId="urn:microsoft.com/office/officeart/2017/3/layout/DropPinTimeline"/>
    <dgm:cxn modelId="{2F8CDC64-8858-4EB2-9148-A1F1844C0E3C}" type="presParOf" srcId="{A1AE2BC4-A99C-4DD3-A84D-EB3461D18287}" destId="{D1646913-A3FA-4470-A3E9-C64B0A13A62A}" srcOrd="2" destOrd="0" presId="urn:microsoft.com/office/officeart/2017/3/layout/DropPinTimeline"/>
    <dgm:cxn modelId="{D14EE3E2-BA3E-42AC-BEA2-572DF977A427}" type="presParOf" srcId="{A1AE2BC4-A99C-4DD3-A84D-EB3461D18287}" destId="{6EC2FC68-E1B8-4274-8090-C2C96A4CD82C}" srcOrd="3" destOrd="0" presId="urn:microsoft.com/office/officeart/2017/3/layout/DropPinTimeline"/>
    <dgm:cxn modelId="{923BB741-8273-439D-B9E2-1712691E3DE7}" type="presParOf" srcId="{A1AE2BC4-A99C-4DD3-A84D-EB3461D18287}" destId="{4F41BF23-550C-4E7F-977E-3D22E3AF7B51}" srcOrd="4" destOrd="0" presId="urn:microsoft.com/office/officeart/2017/3/layout/DropPinTimeline"/>
    <dgm:cxn modelId="{DD7D202E-CFA7-477E-AD34-2617E864E544}" type="presParOf" srcId="{A1AE2BC4-A99C-4DD3-A84D-EB3461D18287}" destId="{5018695D-CFD4-49F8-8967-BA8A0C0A0DE1}" srcOrd="5" destOrd="0" presId="urn:microsoft.com/office/officeart/2017/3/layout/DropPinTimeline"/>
    <dgm:cxn modelId="{D3E93E96-16D8-4A3E-BC6E-D4D386449E5E}" type="presParOf" srcId="{46A6B157-7198-41C4-9D25-C4F8885F1B6F}" destId="{61EA613E-57A8-485F-A4A9-29037092E83A}" srcOrd="9" destOrd="0" presId="urn:microsoft.com/office/officeart/2017/3/layout/DropPinTimeline"/>
    <dgm:cxn modelId="{CFE01775-C14B-4EDE-9E85-145F934516E5}" type="presParOf" srcId="{46A6B157-7198-41C4-9D25-C4F8885F1B6F}" destId="{0F3B3032-C16A-44EB-AE28-CB7C1D797D2B}" srcOrd="10" destOrd="0" presId="urn:microsoft.com/office/officeart/2017/3/layout/DropPinTimeline"/>
    <dgm:cxn modelId="{1C4D72CA-B300-4FEC-B5A9-D34FA56FE7E7}" type="presParOf" srcId="{0F3B3032-C16A-44EB-AE28-CB7C1D797D2B}" destId="{A64C6D16-2F77-439A-848A-F1081C5E5CBE}" srcOrd="0" destOrd="0" presId="urn:microsoft.com/office/officeart/2017/3/layout/DropPinTimeline"/>
    <dgm:cxn modelId="{7F9D72D2-5D75-4FF9-9F60-DE1AEFC42171}" type="presParOf" srcId="{0F3B3032-C16A-44EB-AE28-CB7C1D797D2B}" destId="{8EFC6EAF-71E5-48C3-9F69-6FB96640B14F}" srcOrd="1" destOrd="0" presId="urn:microsoft.com/office/officeart/2017/3/layout/DropPinTimeline"/>
    <dgm:cxn modelId="{D6418E4F-48ED-4E39-B9D9-FA010EF76866}" type="presParOf" srcId="{8EFC6EAF-71E5-48C3-9F69-6FB96640B14F}" destId="{73F98938-B973-410F-B6E0-43437FA146E6}" srcOrd="0" destOrd="0" presId="urn:microsoft.com/office/officeart/2017/3/layout/DropPinTimeline"/>
    <dgm:cxn modelId="{3E887726-7BD7-4074-8164-C71F4A6DAEE0}" type="presParOf" srcId="{8EFC6EAF-71E5-48C3-9F69-6FB96640B14F}" destId="{26BE64BD-02BC-4C6F-AC50-F9617E59754D}" srcOrd="1" destOrd="0" presId="urn:microsoft.com/office/officeart/2017/3/layout/DropPinTimeline"/>
    <dgm:cxn modelId="{6B3983BD-FDD8-4464-99B0-B737226ED090}" type="presParOf" srcId="{0F3B3032-C16A-44EB-AE28-CB7C1D797D2B}" destId="{5C5070CD-E29E-4F50-9A43-342A2DE968FF}" srcOrd="2" destOrd="0" presId="urn:microsoft.com/office/officeart/2017/3/layout/DropPinTimeline"/>
    <dgm:cxn modelId="{E040483A-E1D0-4CB5-AE78-35D83557FA15}" type="presParOf" srcId="{0F3B3032-C16A-44EB-AE28-CB7C1D797D2B}" destId="{6FED4196-A0D3-4E5C-83DA-99291A8FFFC3}" srcOrd="3" destOrd="0" presId="urn:microsoft.com/office/officeart/2017/3/layout/DropPinTimeline"/>
    <dgm:cxn modelId="{875E4306-BBD7-4464-A7BB-9A46E06C2634}" type="presParOf" srcId="{0F3B3032-C16A-44EB-AE28-CB7C1D797D2B}" destId="{54DE4918-169B-4E9C-B946-44A9D45AEC94}" srcOrd="4" destOrd="0" presId="urn:microsoft.com/office/officeart/2017/3/layout/DropPinTimeline"/>
    <dgm:cxn modelId="{14880338-8CF6-48F7-B22F-D70D12F904EB}" type="presParOf" srcId="{0F3B3032-C16A-44EB-AE28-CB7C1D797D2B}" destId="{75F2030E-997B-4809-B3F1-AEF48EEEDB2B}" srcOrd="5" destOrd="0" presId="urn:microsoft.com/office/officeart/2017/3/layout/DropPinTimeline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BF214FB-8585-4C85-83D7-47164AAD632D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88C3ED4-9510-4000-A70F-AAD75B5EBD43}">
      <dgm:prSet phldrT="[Text]" custT="1"/>
      <dgm:spPr>
        <a:noFill/>
        <a:ln>
          <a:solidFill>
            <a:schemeClr val="accent1"/>
          </a:solidFill>
          <a:prstDash val="lgDash"/>
        </a:ln>
      </dgm:spPr>
      <dgm:t>
        <a:bodyPr/>
        <a:lstStyle/>
        <a:p>
          <a:r>
            <a:rPr lang="en-US" sz="1600" b="1" dirty="0">
              <a:solidFill>
                <a:schemeClr val="tx1"/>
              </a:solidFill>
            </a:rPr>
            <a:t>ONE: </a:t>
          </a:r>
          <a:br>
            <a:rPr lang="en-US" sz="1600" dirty="0">
              <a:solidFill>
                <a:schemeClr val="tx1"/>
              </a:solidFill>
            </a:rPr>
          </a:br>
          <a:r>
            <a:rPr lang="en-US" sz="1600" dirty="0">
              <a:solidFill>
                <a:schemeClr val="tx1"/>
              </a:solidFill>
            </a:rPr>
            <a:t>lorem ipsum lorem ipsum</a:t>
          </a:r>
        </a:p>
      </dgm:t>
    </dgm:pt>
    <dgm:pt modelId="{4F31B688-999B-4752-86CF-5AFFBDD2FB2C}" type="parTrans" cxnId="{E7A50B49-7597-4D6A-A8AB-E00237D2C558}">
      <dgm:prSet/>
      <dgm:spPr/>
      <dgm:t>
        <a:bodyPr/>
        <a:lstStyle/>
        <a:p>
          <a:endParaRPr lang="en-US" sz="1600">
            <a:solidFill>
              <a:schemeClr val="tx1"/>
            </a:solidFill>
          </a:endParaRPr>
        </a:p>
      </dgm:t>
    </dgm:pt>
    <dgm:pt modelId="{91778D6F-210D-40E1-9F4A-4CEEC2F76790}" type="sibTrans" cxnId="{E7A50B49-7597-4D6A-A8AB-E00237D2C558}">
      <dgm:prSet/>
      <dgm:spPr/>
      <dgm:t>
        <a:bodyPr/>
        <a:lstStyle/>
        <a:p>
          <a:endParaRPr lang="en-US" sz="1600">
            <a:solidFill>
              <a:schemeClr val="tx1"/>
            </a:solidFill>
          </a:endParaRPr>
        </a:p>
      </dgm:t>
    </dgm:pt>
    <dgm:pt modelId="{016586D9-2DB5-4AA6-BA9F-9EDDC0510C29}">
      <dgm:prSet phldrT="[Text]" custT="1"/>
      <dgm:spPr>
        <a:noFill/>
        <a:ln>
          <a:solidFill>
            <a:schemeClr val="accent1"/>
          </a:solidFill>
          <a:prstDash val="lgDash"/>
        </a:ln>
      </dgm:spPr>
      <dgm:t>
        <a:bodyPr/>
        <a:lstStyle/>
        <a:p>
          <a:r>
            <a:rPr lang="en-US" sz="1600" b="1" dirty="0">
              <a:solidFill>
                <a:schemeClr val="tx1"/>
              </a:solidFill>
            </a:rPr>
            <a:t>TWO: </a:t>
          </a:r>
          <a:br>
            <a:rPr lang="en-US" sz="1600" dirty="0">
              <a:solidFill>
                <a:schemeClr val="tx1"/>
              </a:solidFill>
            </a:rPr>
          </a:br>
          <a:r>
            <a:rPr lang="en-US" sz="1600" dirty="0">
              <a:solidFill>
                <a:schemeClr val="tx1"/>
              </a:solidFill>
            </a:rPr>
            <a:t>lorem ipsum lorem ipsum</a:t>
          </a:r>
        </a:p>
      </dgm:t>
    </dgm:pt>
    <dgm:pt modelId="{D8622124-F306-4E87-AD72-8341309CD39F}" type="parTrans" cxnId="{03FFB34C-F2DE-4D1A-A377-DDE0CA287713}">
      <dgm:prSet/>
      <dgm:spPr/>
      <dgm:t>
        <a:bodyPr/>
        <a:lstStyle/>
        <a:p>
          <a:endParaRPr lang="en-US" sz="1600">
            <a:solidFill>
              <a:schemeClr val="tx1"/>
            </a:solidFill>
          </a:endParaRPr>
        </a:p>
      </dgm:t>
    </dgm:pt>
    <dgm:pt modelId="{59DA38EC-31CE-4170-A454-97D5E30BDBA8}" type="sibTrans" cxnId="{03FFB34C-F2DE-4D1A-A377-DDE0CA287713}">
      <dgm:prSet/>
      <dgm:spPr/>
      <dgm:t>
        <a:bodyPr/>
        <a:lstStyle/>
        <a:p>
          <a:endParaRPr lang="en-US" sz="1600">
            <a:solidFill>
              <a:schemeClr val="tx1"/>
            </a:solidFill>
          </a:endParaRPr>
        </a:p>
      </dgm:t>
    </dgm:pt>
    <dgm:pt modelId="{F1A4D444-33C8-420D-922B-B4D83B96C7C2}">
      <dgm:prSet phldrT="[Text]" custT="1"/>
      <dgm:spPr>
        <a:noFill/>
        <a:ln>
          <a:solidFill>
            <a:schemeClr val="accent1"/>
          </a:solidFill>
          <a:prstDash val="lgDash"/>
        </a:ln>
      </dgm:spPr>
      <dgm:t>
        <a:bodyPr/>
        <a:lstStyle/>
        <a:p>
          <a:r>
            <a:rPr lang="en-US" sz="1600" b="1" dirty="0">
              <a:solidFill>
                <a:schemeClr val="tx1"/>
              </a:solidFill>
            </a:rPr>
            <a:t>THREE: </a:t>
          </a:r>
          <a:br>
            <a:rPr lang="en-US" sz="1600" dirty="0">
              <a:solidFill>
                <a:schemeClr val="tx1"/>
              </a:solidFill>
            </a:rPr>
          </a:br>
          <a:r>
            <a:rPr lang="en-US" sz="1600" dirty="0">
              <a:solidFill>
                <a:schemeClr val="tx1"/>
              </a:solidFill>
            </a:rPr>
            <a:t>lorem ipsum lorem ipsum</a:t>
          </a:r>
        </a:p>
      </dgm:t>
    </dgm:pt>
    <dgm:pt modelId="{AFA9A2E5-05CF-4291-BDAC-40FF2BA0C123}" type="parTrans" cxnId="{61F7C260-BB9F-4EAB-A166-C8B477418C19}">
      <dgm:prSet/>
      <dgm:spPr/>
      <dgm:t>
        <a:bodyPr/>
        <a:lstStyle/>
        <a:p>
          <a:endParaRPr lang="en-US" sz="1600">
            <a:solidFill>
              <a:schemeClr val="tx1"/>
            </a:solidFill>
          </a:endParaRPr>
        </a:p>
      </dgm:t>
    </dgm:pt>
    <dgm:pt modelId="{68A763C5-D2C0-42B7-9415-66617A5D147E}" type="sibTrans" cxnId="{61F7C260-BB9F-4EAB-A166-C8B477418C19}">
      <dgm:prSet/>
      <dgm:spPr/>
      <dgm:t>
        <a:bodyPr/>
        <a:lstStyle/>
        <a:p>
          <a:endParaRPr lang="en-US" sz="1600">
            <a:solidFill>
              <a:schemeClr val="tx1"/>
            </a:solidFill>
          </a:endParaRPr>
        </a:p>
      </dgm:t>
    </dgm:pt>
    <dgm:pt modelId="{51EB5745-8AAE-421D-874F-13491FF3F307}">
      <dgm:prSet phldrT="[Text]" custT="1"/>
      <dgm:spPr>
        <a:noFill/>
        <a:ln>
          <a:solidFill>
            <a:schemeClr val="accent1"/>
          </a:solidFill>
          <a:prstDash val="lgDash"/>
        </a:ln>
      </dgm:spPr>
      <dgm:t>
        <a:bodyPr/>
        <a:lstStyle/>
        <a:p>
          <a:r>
            <a:rPr lang="en-US" sz="1600" b="1" dirty="0">
              <a:solidFill>
                <a:schemeClr val="tx1"/>
              </a:solidFill>
            </a:rPr>
            <a:t>FOUR: </a:t>
          </a:r>
          <a:br>
            <a:rPr lang="en-US" sz="1600" dirty="0">
              <a:solidFill>
                <a:schemeClr val="tx1"/>
              </a:solidFill>
            </a:rPr>
          </a:br>
          <a:r>
            <a:rPr lang="en-US" sz="1600" dirty="0">
              <a:solidFill>
                <a:schemeClr val="tx1"/>
              </a:solidFill>
            </a:rPr>
            <a:t>lorem ipsum lorem ipsum</a:t>
          </a:r>
        </a:p>
      </dgm:t>
    </dgm:pt>
    <dgm:pt modelId="{4809E3DC-C136-4EC2-849F-2394A70DF32F}" type="parTrans" cxnId="{ECCDC5FC-C4CD-4D27-8963-B2FB5DA8B711}">
      <dgm:prSet/>
      <dgm:spPr/>
      <dgm:t>
        <a:bodyPr/>
        <a:lstStyle/>
        <a:p>
          <a:endParaRPr lang="en-US" sz="1600">
            <a:solidFill>
              <a:schemeClr val="tx1"/>
            </a:solidFill>
          </a:endParaRPr>
        </a:p>
      </dgm:t>
    </dgm:pt>
    <dgm:pt modelId="{CEAC77A3-F019-4EB6-A67A-D01EA028A855}" type="sibTrans" cxnId="{ECCDC5FC-C4CD-4D27-8963-B2FB5DA8B711}">
      <dgm:prSet/>
      <dgm:spPr/>
      <dgm:t>
        <a:bodyPr/>
        <a:lstStyle/>
        <a:p>
          <a:endParaRPr lang="en-US" sz="1600">
            <a:solidFill>
              <a:schemeClr val="tx1"/>
            </a:solidFill>
          </a:endParaRPr>
        </a:p>
      </dgm:t>
    </dgm:pt>
    <dgm:pt modelId="{10DC8D50-E48F-4C14-846C-4F6CA479EED8}">
      <dgm:prSet phldrT="[Text]" custT="1"/>
      <dgm:spPr>
        <a:noFill/>
        <a:ln>
          <a:solidFill>
            <a:schemeClr val="accent1"/>
          </a:solidFill>
          <a:prstDash val="lgDash"/>
        </a:ln>
      </dgm:spPr>
      <dgm:t>
        <a:bodyPr/>
        <a:lstStyle/>
        <a:p>
          <a:r>
            <a:rPr lang="en-US" sz="1600" b="1" dirty="0">
              <a:solidFill>
                <a:schemeClr val="tx1"/>
              </a:solidFill>
            </a:rPr>
            <a:t>FIVE: </a:t>
          </a:r>
          <a:br>
            <a:rPr lang="en-US" sz="1600" dirty="0">
              <a:solidFill>
                <a:schemeClr val="tx1"/>
              </a:solidFill>
            </a:rPr>
          </a:br>
          <a:r>
            <a:rPr lang="en-US" sz="1600" dirty="0">
              <a:solidFill>
                <a:schemeClr val="tx1"/>
              </a:solidFill>
            </a:rPr>
            <a:t>lorem ipsum lorem ipsum</a:t>
          </a:r>
        </a:p>
      </dgm:t>
    </dgm:pt>
    <dgm:pt modelId="{95E9A227-DA0C-4889-BB4B-908CC0896D78}" type="parTrans" cxnId="{396AE40A-4D53-4D1B-9BE5-990817474275}">
      <dgm:prSet/>
      <dgm:spPr/>
      <dgm:t>
        <a:bodyPr/>
        <a:lstStyle/>
        <a:p>
          <a:endParaRPr lang="en-US" sz="1600">
            <a:solidFill>
              <a:schemeClr val="tx1"/>
            </a:solidFill>
          </a:endParaRPr>
        </a:p>
      </dgm:t>
    </dgm:pt>
    <dgm:pt modelId="{D2C6A091-2138-40DF-902A-DADF7C0A858A}" type="sibTrans" cxnId="{396AE40A-4D53-4D1B-9BE5-990817474275}">
      <dgm:prSet/>
      <dgm:spPr/>
      <dgm:t>
        <a:bodyPr/>
        <a:lstStyle/>
        <a:p>
          <a:endParaRPr lang="en-US" sz="1600">
            <a:solidFill>
              <a:schemeClr val="tx1"/>
            </a:solidFill>
          </a:endParaRPr>
        </a:p>
      </dgm:t>
    </dgm:pt>
    <dgm:pt modelId="{9AF246AA-09BA-483A-95B2-66DE99600D52}">
      <dgm:prSet phldrT="[Text]" custT="1"/>
      <dgm:spPr>
        <a:noFill/>
        <a:ln>
          <a:solidFill>
            <a:schemeClr val="accent1"/>
          </a:solidFill>
          <a:prstDash val="lgDash"/>
        </a:ln>
      </dgm:spPr>
      <dgm:t>
        <a:bodyPr/>
        <a:lstStyle/>
        <a:p>
          <a:r>
            <a:rPr lang="en-US" sz="1600" b="1" dirty="0">
              <a:solidFill>
                <a:schemeClr val="tx1"/>
              </a:solidFill>
            </a:rPr>
            <a:t>SIX: </a:t>
          </a:r>
          <a:br>
            <a:rPr lang="en-US" sz="1600" dirty="0">
              <a:solidFill>
                <a:schemeClr val="tx1"/>
              </a:solidFill>
            </a:rPr>
          </a:br>
          <a:r>
            <a:rPr lang="en-US" sz="1600" dirty="0">
              <a:solidFill>
                <a:schemeClr val="tx1"/>
              </a:solidFill>
            </a:rPr>
            <a:t>lorem ipsum lorem ipsum</a:t>
          </a:r>
        </a:p>
      </dgm:t>
    </dgm:pt>
    <dgm:pt modelId="{C9CB9CCD-885C-4C1A-9190-7743B83ADCF6}" type="parTrans" cxnId="{96720A22-49E5-42B3-A8B4-CD9BDEE08C00}">
      <dgm:prSet/>
      <dgm:spPr/>
      <dgm:t>
        <a:bodyPr/>
        <a:lstStyle/>
        <a:p>
          <a:endParaRPr lang="en-US" sz="1600">
            <a:solidFill>
              <a:schemeClr val="tx1"/>
            </a:solidFill>
          </a:endParaRPr>
        </a:p>
      </dgm:t>
    </dgm:pt>
    <dgm:pt modelId="{EE3646C7-4509-45CA-8EEC-BA8F436CA923}" type="sibTrans" cxnId="{96720A22-49E5-42B3-A8B4-CD9BDEE08C00}">
      <dgm:prSet/>
      <dgm:spPr/>
      <dgm:t>
        <a:bodyPr/>
        <a:lstStyle/>
        <a:p>
          <a:endParaRPr lang="en-US" sz="1600">
            <a:solidFill>
              <a:schemeClr val="tx1"/>
            </a:solidFill>
          </a:endParaRPr>
        </a:p>
      </dgm:t>
    </dgm:pt>
    <dgm:pt modelId="{92654547-E6AF-4C21-813C-FC394A15A681}" type="pres">
      <dgm:prSet presAssocID="{1BF214FB-8585-4C85-83D7-47164AAD632D}" presName="diagram" presStyleCnt="0">
        <dgm:presLayoutVars>
          <dgm:dir/>
          <dgm:resizeHandles val="exact"/>
        </dgm:presLayoutVars>
      </dgm:prSet>
      <dgm:spPr/>
    </dgm:pt>
    <dgm:pt modelId="{250A4AD9-9384-455C-AF51-202B08254D55}" type="pres">
      <dgm:prSet presAssocID="{888C3ED4-9510-4000-A70F-AAD75B5EBD43}" presName="node" presStyleLbl="node1" presStyleIdx="0" presStyleCnt="6">
        <dgm:presLayoutVars>
          <dgm:bulletEnabled val="1"/>
        </dgm:presLayoutVars>
      </dgm:prSet>
      <dgm:spPr/>
    </dgm:pt>
    <dgm:pt modelId="{4651146E-6BCD-4FBD-9BFD-AFBFF51DA873}" type="pres">
      <dgm:prSet presAssocID="{91778D6F-210D-40E1-9F4A-4CEEC2F76790}" presName="sibTrans" presStyleCnt="0"/>
      <dgm:spPr/>
    </dgm:pt>
    <dgm:pt modelId="{7A5B3E65-9777-4EF6-A5E1-C35B895D487A}" type="pres">
      <dgm:prSet presAssocID="{016586D9-2DB5-4AA6-BA9F-9EDDC0510C29}" presName="node" presStyleLbl="node1" presStyleIdx="1" presStyleCnt="6">
        <dgm:presLayoutVars>
          <dgm:bulletEnabled val="1"/>
        </dgm:presLayoutVars>
      </dgm:prSet>
      <dgm:spPr/>
    </dgm:pt>
    <dgm:pt modelId="{8C3FA750-50B3-4A61-AE6A-6E262BD92BF1}" type="pres">
      <dgm:prSet presAssocID="{59DA38EC-31CE-4170-A454-97D5E30BDBA8}" presName="sibTrans" presStyleCnt="0"/>
      <dgm:spPr/>
    </dgm:pt>
    <dgm:pt modelId="{98736366-53F9-49EF-9094-E77CAF66F377}" type="pres">
      <dgm:prSet presAssocID="{F1A4D444-33C8-420D-922B-B4D83B96C7C2}" presName="node" presStyleLbl="node1" presStyleIdx="2" presStyleCnt="6">
        <dgm:presLayoutVars>
          <dgm:bulletEnabled val="1"/>
        </dgm:presLayoutVars>
      </dgm:prSet>
      <dgm:spPr/>
    </dgm:pt>
    <dgm:pt modelId="{184FD239-07E4-4D73-B5DB-F0618A654FA9}" type="pres">
      <dgm:prSet presAssocID="{68A763C5-D2C0-42B7-9415-66617A5D147E}" presName="sibTrans" presStyleCnt="0"/>
      <dgm:spPr/>
    </dgm:pt>
    <dgm:pt modelId="{E111D404-B88B-44E6-839A-F40E9BF97271}" type="pres">
      <dgm:prSet presAssocID="{51EB5745-8AAE-421D-874F-13491FF3F307}" presName="node" presStyleLbl="node1" presStyleIdx="3" presStyleCnt="6">
        <dgm:presLayoutVars>
          <dgm:bulletEnabled val="1"/>
        </dgm:presLayoutVars>
      </dgm:prSet>
      <dgm:spPr/>
    </dgm:pt>
    <dgm:pt modelId="{D747113C-6AAD-4D6D-B469-D8C2782852AE}" type="pres">
      <dgm:prSet presAssocID="{CEAC77A3-F019-4EB6-A67A-D01EA028A855}" presName="sibTrans" presStyleCnt="0"/>
      <dgm:spPr/>
    </dgm:pt>
    <dgm:pt modelId="{8298FD8A-4BE2-4FB3-B18E-E031C2BD42AC}" type="pres">
      <dgm:prSet presAssocID="{10DC8D50-E48F-4C14-846C-4F6CA479EED8}" presName="node" presStyleLbl="node1" presStyleIdx="4" presStyleCnt="6">
        <dgm:presLayoutVars>
          <dgm:bulletEnabled val="1"/>
        </dgm:presLayoutVars>
      </dgm:prSet>
      <dgm:spPr/>
    </dgm:pt>
    <dgm:pt modelId="{40AAEEEF-B0A3-4A11-9E22-47246DBF72EC}" type="pres">
      <dgm:prSet presAssocID="{D2C6A091-2138-40DF-902A-DADF7C0A858A}" presName="sibTrans" presStyleCnt="0"/>
      <dgm:spPr/>
    </dgm:pt>
    <dgm:pt modelId="{F7AE4263-220C-4194-B4E9-8B096817D988}" type="pres">
      <dgm:prSet presAssocID="{9AF246AA-09BA-483A-95B2-66DE99600D52}" presName="node" presStyleLbl="node1" presStyleIdx="5" presStyleCnt="6">
        <dgm:presLayoutVars>
          <dgm:bulletEnabled val="1"/>
        </dgm:presLayoutVars>
      </dgm:prSet>
      <dgm:spPr/>
    </dgm:pt>
  </dgm:ptLst>
  <dgm:cxnLst>
    <dgm:cxn modelId="{7DAD2D03-DF1E-42BF-967E-087CA55A7517}" type="presOf" srcId="{51EB5745-8AAE-421D-874F-13491FF3F307}" destId="{E111D404-B88B-44E6-839A-F40E9BF97271}" srcOrd="0" destOrd="0" presId="urn:microsoft.com/office/officeart/2005/8/layout/default"/>
    <dgm:cxn modelId="{396AE40A-4D53-4D1B-9BE5-990817474275}" srcId="{1BF214FB-8585-4C85-83D7-47164AAD632D}" destId="{10DC8D50-E48F-4C14-846C-4F6CA479EED8}" srcOrd="4" destOrd="0" parTransId="{95E9A227-DA0C-4889-BB4B-908CC0896D78}" sibTransId="{D2C6A091-2138-40DF-902A-DADF7C0A858A}"/>
    <dgm:cxn modelId="{96720A22-49E5-42B3-A8B4-CD9BDEE08C00}" srcId="{1BF214FB-8585-4C85-83D7-47164AAD632D}" destId="{9AF246AA-09BA-483A-95B2-66DE99600D52}" srcOrd="5" destOrd="0" parTransId="{C9CB9CCD-885C-4C1A-9190-7743B83ADCF6}" sibTransId="{EE3646C7-4509-45CA-8EEC-BA8F436CA923}"/>
    <dgm:cxn modelId="{59AEF528-637A-42FE-89B9-BC2D21624135}" type="presOf" srcId="{F1A4D444-33C8-420D-922B-B4D83B96C7C2}" destId="{98736366-53F9-49EF-9094-E77CAF66F377}" srcOrd="0" destOrd="0" presId="urn:microsoft.com/office/officeart/2005/8/layout/default"/>
    <dgm:cxn modelId="{61F7C260-BB9F-4EAB-A166-C8B477418C19}" srcId="{1BF214FB-8585-4C85-83D7-47164AAD632D}" destId="{F1A4D444-33C8-420D-922B-B4D83B96C7C2}" srcOrd="2" destOrd="0" parTransId="{AFA9A2E5-05CF-4291-BDAC-40FF2BA0C123}" sibTransId="{68A763C5-D2C0-42B7-9415-66617A5D147E}"/>
    <dgm:cxn modelId="{E7A50B49-7597-4D6A-A8AB-E00237D2C558}" srcId="{1BF214FB-8585-4C85-83D7-47164AAD632D}" destId="{888C3ED4-9510-4000-A70F-AAD75B5EBD43}" srcOrd="0" destOrd="0" parTransId="{4F31B688-999B-4752-86CF-5AFFBDD2FB2C}" sibTransId="{91778D6F-210D-40E1-9F4A-4CEEC2F76790}"/>
    <dgm:cxn modelId="{03FFB34C-F2DE-4D1A-A377-DDE0CA287713}" srcId="{1BF214FB-8585-4C85-83D7-47164AAD632D}" destId="{016586D9-2DB5-4AA6-BA9F-9EDDC0510C29}" srcOrd="1" destOrd="0" parTransId="{D8622124-F306-4E87-AD72-8341309CD39F}" sibTransId="{59DA38EC-31CE-4170-A454-97D5E30BDBA8}"/>
    <dgm:cxn modelId="{2DB7B44F-8F33-4F07-8CDA-E8701BDA5F48}" type="presOf" srcId="{9AF246AA-09BA-483A-95B2-66DE99600D52}" destId="{F7AE4263-220C-4194-B4E9-8B096817D988}" srcOrd="0" destOrd="0" presId="urn:microsoft.com/office/officeart/2005/8/layout/default"/>
    <dgm:cxn modelId="{5417698C-B81D-43CE-B65E-853E416C5CBF}" type="presOf" srcId="{10DC8D50-E48F-4C14-846C-4F6CA479EED8}" destId="{8298FD8A-4BE2-4FB3-B18E-E031C2BD42AC}" srcOrd="0" destOrd="0" presId="urn:microsoft.com/office/officeart/2005/8/layout/default"/>
    <dgm:cxn modelId="{E6E74F99-5280-40DA-9E91-B5CA0A6346AB}" type="presOf" srcId="{016586D9-2DB5-4AA6-BA9F-9EDDC0510C29}" destId="{7A5B3E65-9777-4EF6-A5E1-C35B895D487A}" srcOrd="0" destOrd="0" presId="urn:microsoft.com/office/officeart/2005/8/layout/default"/>
    <dgm:cxn modelId="{E05021BE-B5A7-46E7-91FD-547B7247C89F}" type="presOf" srcId="{1BF214FB-8585-4C85-83D7-47164AAD632D}" destId="{92654547-E6AF-4C21-813C-FC394A15A681}" srcOrd="0" destOrd="0" presId="urn:microsoft.com/office/officeart/2005/8/layout/default"/>
    <dgm:cxn modelId="{C9A99AF7-ACD7-4108-8B57-DB7178590EB4}" type="presOf" srcId="{888C3ED4-9510-4000-A70F-AAD75B5EBD43}" destId="{250A4AD9-9384-455C-AF51-202B08254D55}" srcOrd="0" destOrd="0" presId="urn:microsoft.com/office/officeart/2005/8/layout/default"/>
    <dgm:cxn modelId="{ECCDC5FC-C4CD-4D27-8963-B2FB5DA8B711}" srcId="{1BF214FB-8585-4C85-83D7-47164AAD632D}" destId="{51EB5745-8AAE-421D-874F-13491FF3F307}" srcOrd="3" destOrd="0" parTransId="{4809E3DC-C136-4EC2-849F-2394A70DF32F}" sibTransId="{CEAC77A3-F019-4EB6-A67A-D01EA028A855}"/>
    <dgm:cxn modelId="{A6017E7B-72B2-4BF3-955B-1883BD7EE2B8}" type="presParOf" srcId="{92654547-E6AF-4C21-813C-FC394A15A681}" destId="{250A4AD9-9384-455C-AF51-202B08254D55}" srcOrd="0" destOrd="0" presId="urn:microsoft.com/office/officeart/2005/8/layout/default"/>
    <dgm:cxn modelId="{255B7F46-ABE6-470D-AA44-251223966F8D}" type="presParOf" srcId="{92654547-E6AF-4C21-813C-FC394A15A681}" destId="{4651146E-6BCD-4FBD-9BFD-AFBFF51DA873}" srcOrd="1" destOrd="0" presId="urn:microsoft.com/office/officeart/2005/8/layout/default"/>
    <dgm:cxn modelId="{CD53A123-40E6-4CC9-95B9-52C5E139CC3B}" type="presParOf" srcId="{92654547-E6AF-4C21-813C-FC394A15A681}" destId="{7A5B3E65-9777-4EF6-A5E1-C35B895D487A}" srcOrd="2" destOrd="0" presId="urn:microsoft.com/office/officeart/2005/8/layout/default"/>
    <dgm:cxn modelId="{A4BB538E-6F9B-49AD-BFF4-9659A15FAF78}" type="presParOf" srcId="{92654547-E6AF-4C21-813C-FC394A15A681}" destId="{8C3FA750-50B3-4A61-AE6A-6E262BD92BF1}" srcOrd="3" destOrd="0" presId="urn:microsoft.com/office/officeart/2005/8/layout/default"/>
    <dgm:cxn modelId="{24900E1C-4414-43CE-9DCA-A2B5BF9C54D9}" type="presParOf" srcId="{92654547-E6AF-4C21-813C-FC394A15A681}" destId="{98736366-53F9-49EF-9094-E77CAF66F377}" srcOrd="4" destOrd="0" presId="urn:microsoft.com/office/officeart/2005/8/layout/default"/>
    <dgm:cxn modelId="{B226722C-D110-484F-B8A6-C72629260C42}" type="presParOf" srcId="{92654547-E6AF-4C21-813C-FC394A15A681}" destId="{184FD239-07E4-4D73-B5DB-F0618A654FA9}" srcOrd="5" destOrd="0" presId="urn:microsoft.com/office/officeart/2005/8/layout/default"/>
    <dgm:cxn modelId="{A731B613-C92F-4045-B8CD-F8D6EE0E6F67}" type="presParOf" srcId="{92654547-E6AF-4C21-813C-FC394A15A681}" destId="{E111D404-B88B-44E6-839A-F40E9BF97271}" srcOrd="6" destOrd="0" presId="urn:microsoft.com/office/officeart/2005/8/layout/default"/>
    <dgm:cxn modelId="{5DB6BD3F-AF14-47AF-B075-AF96B9BED870}" type="presParOf" srcId="{92654547-E6AF-4C21-813C-FC394A15A681}" destId="{D747113C-6AAD-4D6D-B469-D8C2782852AE}" srcOrd="7" destOrd="0" presId="urn:microsoft.com/office/officeart/2005/8/layout/default"/>
    <dgm:cxn modelId="{0BE13472-CCE2-41AA-B714-B81EE5CD8099}" type="presParOf" srcId="{92654547-E6AF-4C21-813C-FC394A15A681}" destId="{8298FD8A-4BE2-4FB3-B18E-E031C2BD42AC}" srcOrd="8" destOrd="0" presId="urn:microsoft.com/office/officeart/2005/8/layout/default"/>
    <dgm:cxn modelId="{F31D8D60-8D45-4CF8-A588-AFEFAFB4923D}" type="presParOf" srcId="{92654547-E6AF-4C21-813C-FC394A15A681}" destId="{40AAEEEF-B0A3-4A11-9E22-47246DBF72EC}" srcOrd="9" destOrd="0" presId="urn:microsoft.com/office/officeart/2005/8/layout/default"/>
    <dgm:cxn modelId="{79DE278C-9500-44C0-A32A-DEFFC3BCFE5F}" type="presParOf" srcId="{92654547-E6AF-4C21-813C-FC394A15A681}" destId="{F7AE4263-220C-4194-B4E9-8B096817D988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7951F77-4E36-4893-91C6-3151A6D5169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5B3944D-D926-4D0F-A305-F5740000747A}">
      <dgm:prSet custT="1"/>
      <dgm:spPr/>
      <dgm:t>
        <a:bodyPr/>
        <a:lstStyle/>
        <a:p>
          <a:r>
            <a:rPr lang="en-US" sz="2000" b="1" i="0" dirty="0">
              <a:solidFill>
                <a:schemeClr val="bg1"/>
              </a:solidFill>
            </a:rPr>
            <a:t>LinkedIn</a:t>
          </a:r>
          <a:br>
            <a:rPr lang="en-US" sz="2000" b="0" i="0" dirty="0">
              <a:solidFill>
                <a:schemeClr val="bg1"/>
              </a:solidFill>
            </a:rPr>
          </a:br>
          <a:r>
            <a:rPr lang="en-US" sz="1600" b="0" i="0" dirty="0">
              <a:solidFill>
                <a:schemeClr val="bg1"/>
              </a:solidFill>
            </a:rPr>
            <a:t>Link to Your LinkedIn Profile</a:t>
          </a:r>
        </a:p>
      </dgm:t>
    </dgm:pt>
    <dgm:pt modelId="{2EA7AC4A-E82B-43F0-A6EA-F599428578FC}" type="parTrans" cxnId="{92D3A76D-ADBB-49F3-861D-D2B74F81812E}">
      <dgm:prSet/>
      <dgm:spPr/>
      <dgm:t>
        <a:bodyPr/>
        <a:lstStyle/>
        <a:p>
          <a:endParaRPr lang="en-US" sz="1600" b="0" i="0"/>
        </a:p>
      </dgm:t>
    </dgm:pt>
    <dgm:pt modelId="{8862CE7B-AE72-45E8-B982-5279C14F7985}" type="sibTrans" cxnId="{92D3A76D-ADBB-49F3-861D-D2B74F81812E}">
      <dgm:prSet/>
      <dgm:spPr/>
      <dgm:t>
        <a:bodyPr/>
        <a:lstStyle/>
        <a:p>
          <a:endParaRPr lang="en-US" sz="1600" b="0" i="0"/>
        </a:p>
      </dgm:t>
    </dgm:pt>
    <dgm:pt modelId="{223932EA-8A4D-4270-95C3-913761557237}">
      <dgm:prSet custT="1"/>
      <dgm:spPr/>
      <dgm:t>
        <a:bodyPr/>
        <a:lstStyle/>
        <a:p>
          <a:r>
            <a:rPr lang="en-US" sz="2000" b="1" i="0" dirty="0">
              <a:solidFill>
                <a:schemeClr val="bg1"/>
              </a:solidFill>
            </a:rPr>
            <a:t>Twitter</a:t>
          </a:r>
          <a:br>
            <a:rPr lang="en-US" sz="2000" b="0" i="0" dirty="0">
              <a:solidFill>
                <a:schemeClr val="bg1"/>
              </a:solidFill>
            </a:rPr>
          </a:br>
          <a:r>
            <a:rPr lang="en-US" sz="1600" b="0" i="0" dirty="0">
              <a:solidFill>
                <a:schemeClr val="bg1"/>
              </a:solidFill>
            </a:rPr>
            <a:t>@yourhandle</a:t>
          </a:r>
        </a:p>
      </dgm:t>
    </dgm:pt>
    <dgm:pt modelId="{E01D4CB3-97D0-4857-AF09-DED2BE24BAAC}" type="parTrans" cxnId="{E37D9CF8-DFE4-4379-9C72-27346573699A}">
      <dgm:prSet/>
      <dgm:spPr/>
      <dgm:t>
        <a:bodyPr/>
        <a:lstStyle/>
        <a:p>
          <a:endParaRPr lang="en-US" sz="1600" b="0" i="0"/>
        </a:p>
      </dgm:t>
    </dgm:pt>
    <dgm:pt modelId="{C201C5C8-D4F2-4559-AF23-68BB4B3E7FB1}" type="sibTrans" cxnId="{E37D9CF8-DFE4-4379-9C72-27346573699A}">
      <dgm:prSet/>
      <dgm:spPr/>
      <dgm:t>
        <a:bodyPr/>
        <a:lstStyle/>
        <a:p>
          <a:endParaRPr lang="en-US" sz="1600" b="0" i="0"/>
        </a:p>
      </dgm:t>
    </dgm:pt>
    <dgm:pt modelId="{BC68B812-A325-41D8-A08E-C2392666DF66}">
      <dgm:prSet custT="1"/>
      <dgm:spPr/>
      <dgm:t>
        <a:bodyPr/>
        <a:lstStyle/>
        <a:p>
          <a:r>
            <a:rPr lang="en-US" sz="2000" b="1" i="0" dirty="0">
              <a:solidFill>
                <a:schemeClr val="bg1"/>
              </a:solidFill>
            </a:rPr>
            <a:t>Email</a:t>
          </a:r>
          <a:br>
            <a:rPr lang="en-US" sz="2000" b="0" i="0" dirty="0">
              <a:solidFill>
                <a:schemeClr val="bg1"/>
              </a:solidFill>
            </a:rPr>
          </a:br>
          <a:r>
            <a:rPr lang="en-US" sz="1600" b="0" i="0" dirty="0">
              <a:solidFill>
                <a:schemeClr val="bg1"/>
              </a:solidFill>
            </a:rPr>
            <a:t>youremail@email.com</a:t>
          </a:r>
        </a:p>
      </dgm:t>
    </dgm:pt>
    <dgm:pt modelId="{23A01A1D-B409-49E7-91BA-2321B9A237C2}" type="parTrans" cxnId="{AAD26E9B-C129-46B7-BFCC-98D5999B6B9A}">
      <dgm:prSet/>
      <dgm:spPr/>
      <dgm:t>
        <a:bodyPr/>
        <a:lstStyle/>
        <a:p>
          <a:endParaRPr lang="en-US" sz="1600" b="0" i="0"/>
        </a:p>
      </dgm:t>
    </dgm:pt>
    <dgm:pt modelId="{E950D3C2-0472-429B-98B0-86C856FA65A1}" type="sibTrans" cxnId="{AAD26E9B-C129-46B7-BFCC-98D5999B6B9A}">
      <dgm:prSet/>
      <dgm:spPr/>
      <dgm:t>
        <a:bodyPr/>
        <a:lstStyle/>
        <a:p>
          <a:endParaRPr lang="en-US" sz="1600" b="0" i="0"/>
        </a:p>
      </dgm:t>
    </dgm:pt>
    <dgm:pt modelId="{7D1766B6-66CF-40CE-9693-BD20AFFFA3C9}">
      <dgm:prSet custT="1"/>
      <dgm:spPr/>
      <dgm:t>
        <a:bodyPr/>
        <a:lstStyle/>
        <a:p>
          <a:r>
            <a:rPr lang="en-US" sz="2000" b="1" i="0" dirty="0">
              <a:solidFill>
                <a:schemeClr val="bg1"/>
              </a:solidFill>
            </a:rPr>
            <a:t>Phone</a:t>
          </a:r>
          <a:br>
            <a:rPr lang="en-US" sz="2000" b="0" i="0" dirty="0">
              <a:solidFill>
                <a:schemeClr val="bg1"/>
              </a:solidFill>
            </a:rPr>
          </a:br>
          <a:r>
            <a:rPr lang="en-US" sz="1600" b="0" i="0" dirty="0">
              <a:solidFill>
                <a:schemeClr val="bg1"/>
              </a:solidFill>
            </a:rPr>
            <a:t>Your Phone Number</a:t>
          </a:r>
        </a:p>
      </dgm:t>
    </dgm:pt>
    <dgm:pt modelId="{76694DF4-F7BE-4AF1-9E12-BAEDD42D9ED3}" type="parTrans" cxnId="{EA0F618E-4C96-42F0-9E3C-66B0158BCCBE}">
      <dgm:prSet/>
      <dgm:spPr/>
      <dgm:t>
        <a:bodyPr/>
        <a:lstStyle/>
        <a:p>
          <a:endParaRPr lang="en-US" sz="1600" b="0" i="0"/>
        </a:p>
      </dgm:t>
    </dgm:pt>
    <dgm:pt modelId="{0C6A2CC7-5741-4D63-A8FF-E7E06F0D1222}" type="sibTrans" cxnId="{EA0F618E-4C96-42F0-9E3C-66B0158BCCBE}">
      <dgm:prSet/>
      <dgm:spPr/>
      <dgm:t>
        <a:bodyPr/>
        <a:lstStyle/>
        <a:p>
          <a:endParaRPr lang="en-US" sz="1600" b="0" i="0"/>
        </a:p>
      </dgm:t>
    </dgm:pt>
    <dgm:pt modelId="{F61FEBF0-CB2F-4364-8F44-722FB7578D18}" type="pres">
      <dgm:prSet presAssocID="{D7951F77-4E36-4893-91C6-3151A6D51694}" presName="root" presStyleCnt="0">
        <dgm:presLayoutVars>
          <dgm:dir/>
          <dgm:resizeHandles val="exact"/>
        </dgm:presLayoutVars>
      </dgm:prSet>
      <dgm:spPr/>
    </dgm:pt>
    <dgm:pt modelId="{F50C455E-839B-4494-8D06-326978CB28A7}" type="pres">
      <dgm:prSet presAssocID="{65B3944D-D926-4D0F-A305-F5740000747A}" presName="compNode" presStyleCnt="0"/>
      <dgm:spPr/>
    </dgm:pt>
    <dgm:pt modelId="{1DA8A0A9-929F-455B-B8BD-92EC86B6A862}" type="pres">
      <dgm:prSet presAssocID="{65B3944D-D926-4D0F-A305-F5740000747A}" presName="bgRect" presStyleLbl="bgShp" presStyleIdx="0" presStyleCnt="4"/>
      <dgm:spPr>
        <a:prstGeom prst="rect">
          <a:avLst/>
        </a:prstGeom>
        <a:noFill/>
        <a:ln w="22225">
          <a:noFill/>
        </a:ln>
        <a:effectLst/>
      </dgm:spPr>
    </dgm:pt>
    <dgm:pt modelId="{70C56EED-B0B5-4180-A100-474B69DE81C3}" type="pres">
      <dgm:prSet presAssocID="{65B3944D-D926-4D0F-A305-F5740000747A}" presName="iconRect" presStyleLbl="node1" presStyleIdx="0" presStyleCnt="4"/>
      <dgm:spPr>
        <a:blipFill>
          <a:blip xmlns:r="http://schemas.openxmlformats.org/officeDocument/2006/relationships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nected"/>
        </a:ext>
      </dgm:extLst>
    </dgm:pt>
    <dgm:pt modelId="{1827E2BA-EA13-4751-82F2-976CBDED6C82}" type="pres">
      <dgm:prSet presAssocID="{65B3944D-D926-4D0F-A305-F5740000747A}" presName="spaceRect" presStyleCnt="0"/>
      <dgm:spPr/>
    </dgm:pt>
    <dgm:pt modelId="{C38A5A37-0883-4EE3-9002-010A6D324785}" type="pres">
      <dgm:prSet presAssocID="{65B3944D-D926-4D0F-A305-F5740000747A}" presName="parTx" presStyleLbl="revTx" presStyleIdx="0" presStyleCnt="4">
        <dgm:presLayoutVars>
          <dgm:chMax val="0"/>
          <dgm:chPref val="0"/>
        </dgm:presLayoutVars>
      </dgm:prSet>
      <dgm:spPr/>
    </dgm:pt>
    <dgm:pt modelId="{21CE6EA1-CB92-41CD-8FAE-4CFF03E26BE6}" type="pres">
      <dgm:prSet presAssocID="{8862CE7B-AE72-45E8-B982-5279C14F7985}" presName="sibTrans" presStyleCnt="0"/>
      <dgm:spPr/>
    </dgm:pt>
    <dgm:pt modelId="{B92A22D8-3945-4B03-98DB-8A590020AE99}" type="pres">
      <dgm:prSet presAssocID="{223932EA-8A4D-4270-95C3-913761557237}" presName="compNode" presStyleCnt="0"/>
      <dgm:spPr/>
    </dgm:pt>
    <dgm:pt modelId="{A7FEDAED-2CDA-4D2F-883D-8D7438E3B422}" type="pres">
      <dgm:prSet presAssocID="{223932EA-8A4D-4270-95C3-913761557237}" presName="bgRect" presStyleLbl="bgShp" presStyleIdx="1" presStyleCnt="4"/>
      <dgm:spPr>
        <a:prstGeom prst="rect">
          <a:avLst/>
        </a:prstGeom>
        <a:noFill/>
        <a:ln w="22225">
          <a:noFill/>
        </a:ln>
        <a:effectLst/>
      </dgm:spPr>
    </dgm:pt>
    <dgm:pt modelId="{7297DA32-36DE-4F9A-BB44-A3F001A7D7C3}" type="pres">
      <dgm:prSet presAssocID="{223932EA-8A4D-4270-95C3-913761557237}" presName="iconRect" presStyleLbl="node1" presStyleIdx="1" presStyleCnt="4"/>
      <dgm:spPr>
        <a:blipFill>
          <a:blip xmlns:r="http://schemas.openxmlformats.org/officeDocument/2006/relationships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E3DC658D-83A0-48BE-9074-9EB3678901E1}" type="pres">
      <dgm:prSet presAssocID="{223932EA-8A4D-4270-95C3-913761557237}" presName="spaceRect" presStyleCnt="0"/>
      <dgm:spPr/>
    </dgm:pt>
    <dgm:pt modelId="{8F0FD205-8F23-4B47-859A-41BB69D2EDEE}" type="pres">
      <dgm:prSet presAssocID="{223932EA-8A4D-4270-95C3-913761557237}" presName="parTx" presStyleLbl="revTx" presStyleIdx="1" presStyleCnt="4">
        <dgm:presLayoutVars>
          <dgm:chMax val="0"/>
          <dgm:chPref val="0"/>
        </dgm:presLayoutVars>
      </dgm:prSet>
      <dgm:spPr/>
    </dgm:pt>
    <dgm:pt modelId="{AFA75C0E-13A0-4D0C-ACA8-B29E381BEF9A}" type="pres">
      <dgm:prSet presAssocID="{C201C5C8-D4F2-4559-AF23-68BB4B3E7FB1}" presName="sibTrans" presStyleCnt="0"/>
      <dgm:spPr/>
    </dgm:pt>
    <dgm:pt modelId="{763367BB-4527-4646-8015-D79C10A337E8}" type="pres">
      <dgm:prSet presAssocID="{BC68B812-A325-41D8-A08E-C2392666DF66}" presName="compNode" presStyleCnt="0"/>
      <dgm:spPr/>
    </dgm:pt>
    <dgm:pt modelId="{712D2B29-4977-4B70-ABE9-215A9E804015}" type="pres">
      <dgm:prSet presAssocID="{BC68B812-A325-41D8-A08E-C2392666DF66}" presName="bgRect" presStyleLbl="bgShp" presStyleIdx="2" presStyleCnt="4"/>
      <dgm:spPr>
        <a:prstGeom prst="rect">
          <a:avLst/>
        </a:prstGeom>
        <a:noFill/>
        <a:ln w="22225">
          <a:noFill/>
        </a:ln>
        <a:effectLst/>
      </dgm:spPr>
    </dgm:pt>
    <dgm:pt modelId="{6C7A9EF9-02EB-4D4D-A251-EC3A2F0EFD57}" type="pres">
      <dgm:prSet presAssocID="{BC68B812-A325-41D8-A08E-C2392666DF66}" presName="iconRect" presStyleLbl="node1" presStyleIdx="2" presStyleCnt="4"/>
      <dgm:spPr>
        <a:blipFill>
          <a:blip xmlns:r="http://schemas.openxmlformats.org/officeDocument/2006/relationships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ail"/>
        </a:ext>
      </dgm:extLst>
    </dgm:pt>
    <dgm:pt modelId="{13497251-DF6D-4038-B1ED-CA29B33C0A2F}" type="pres">
      <dgm:prSet presAssocID="{BC68B812-A325-41D8-A08E-C2392666DF66}" presName="spaceRect" presStyleCnt="0"/>
      <dgm:spPr/>
    </dgm:pt>
    <dgm:pt modelId="{516FEABD-B159-4827-91AC-07F0FC9EFC37}" type="pres">
      <dgm:prSet presAssocID="{BC68B812-A325-41D8-A08E-C2392666DF66}" presName="parTx" presStyleLbl="revTx" presStyleIdx="2" presStyleCnt="4">
        <dgm:presLayoutVars>
          <dgm:chMax val="0"/>
          <dgm:chPref val="0"/>
        </dgm:presLayoutVars>
      </dgm:prSet>
      <dgm:spPr/>
    </dgm:pt>
    <dgm:pt modelId="{580E91A4-0DB6-46AF-871B-67918081435B}" type="pres">
      <dgm:prSet presAssocID="{E950D3C2-0472-429B-98B0-86C856FA65A1}" presName="sibTrans" presStyleCnt="0"/>
      <dgm:spPr/>
    </dgm:pt>
    <dgm:pt modelId="{DD57C002-1714-4E12-872A-FCE88CC043FE}" type="pres">
      <dgm:prSet presAssocID="{7D1766B6-66CF-40CE-9693-BD20AFFFA3C9}" presName="compNode" presStyleCnt="0"/>
      <dgm:spPr/>
    </dgm:pt>
    <dgm:pt modelId="{59534EC1-7FD9-454B-8378-AACE14683CA9}" type="pres">
      <dgm:prSet presAssocID="{7D1766B6-66CF-40CE-9693-BD20AFFFA3C9}" presName="bgRect" presStyleLbl="bgShp" presStyleIdx="3" presStyleCnt="4"/>
      <dgm:spPr>
        <a:prstGeom prst="rect">
          <a:avLst/>
        </a:prstGeom>
        <a:noFill/>
        <a:ln w="22225">
          <a:noFill/>
        </a:ln>
        <a:effectLst/>
      </dgm:spPr>
    </dgm:pt>
    <dgm:pt modelId="{E81A461C-9D61-4B88-8277-F9DC532D2140}" type="pres">
      <dgm:prSet presAssocID="{7D1766B6-66CF-40CE-9693-BD20AFFFA3C9}" presName="iconRect" presStyleLbl="node1" presStyleIdx="3" presStyleCnt="4"/>
      <dgm:spPr>
        <a:blipFill>
          <a:blip xmlns:r="http://schemas.openxmlformats.org/officeDocument/2006/relationships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79C87944-7AB8-4146-A381-E36FC48D5AE7}" type="pres">
      <dgm:prSet presAssocID="{7D1766B6-66CF-40CE-9693-BD20AFFFA3C9}" presName="spaceRect" presStyleCnt="0"/>
      <dgm:spPr/>
    </dgm:pt>
    <dgm:pt modelId="{CC81887C-6C6F-4E1A-BA2B-49AE8504B865}" type="pres">
      <dgm:prSet presAssocID="{7D1766B6-66CF-40CE-9693-BD20AFFFA3C9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F79F3718-923D-468C-9B77-780F8F356013}" type="presOf" srcId="{223932EA-8A4D-4270-95C3-913761557237}" destId="{8F0FD205-8F23-4B47-859A-41BB69D2EDEE}" srcOrd="0" destOrd="0" presId="urn:microsoft.com/office/officeart/2018/2/layout/IconVerticalSolidList"/>
    <dgm:cxn modelId="{90986C5B-BF7B-4231-8046-782BAE77E788}" type="presOf" srcId="{BC68B812-A325-41D8-A08E-C2392666DF66}" destId="{516FEABD-B159-4827-91AC-07F0FC9EFC37}" srcOrd="0" destOrd="0" presId="urn:microsoft.com/office/officeart/2018/2/layout/IconVerticalSolidList"/>
    <dgm:cxn modelId="{92D3A76D-ADBB-49F3-861D-D2B74F81812E}" srcId="{D7951F77-4E36-4893-91C6-3151A6D51694}" destId="{65B3944D-D926-4D0F-A305-F5740000747A}" srcOrd="0" destOrd="0" parTransId="{2EA7AC4A-E82B-43F0-A6EA-F599428578FC}" sibTransId="{8862CE7B-AE72-45E8-B982-5279C14F7985}"/>
    <dgm:cxn modelId="{643FF34F-8DBA-4A80-B845-400878209600}" type="presOf" srcId="{7D1766B6-66CF-40CE-9693-BD20AFFFA3C9}" destId="{CC81887C-6C6F-4E1A-BA2B-49AE8504B865}" srcOrd="0" destOrd="0" presId="urn:microsoft.com/office/officeart/2018/2/layout/IconVerticalSolidList"/>
    <dgm:cxn modelId="{9D5AFC8C-3FE5-4AED-9F29-5D039E47B81F}" type="presOf" srcId="{D7951F77-4E36-4893-91C6-3151A6D51694}" destId="{F61FEBF0-CB2F-4364-8F44-722FB7578D18}" srcOrd="0" destOrd="0" presId="urn:microsoft.com/office/officeart/2018/2/layout/IconVerticalSolidList"/>
    <dgm:cxn modelId="{EA0F618E-4C96-42F0-9E3C-66B0158BCCBE}" srcId="{D7951F77-4E36-4893-91C6-3151A6D51694}" destId="{7D1766B6-66CF-40CE-9693-BD20AFFFA3C9}" srcOrd="3" destOrd="0" parTransId="{76694DF4-F7BE-4AF1-9E12-BAEDD42D9ED3}" sibTransId="{0C6A2CC7-5741-4D63-A8FF-E7E06F0D1222}"/>
    <dgm:cxn modelId="{AAD26E9B-C129-46B7-BFCC-98D5999B6B9A}" srcId="{D7951F77-4E36-4893-91C6-3151A6D51694}" destId="{BC68B812-A325-41D8-A08E-C2392666DF66}" srcOrd="2" destOrd="0" parTransId="{23A01A1D-B409-49E7-91BA-2321B9A237C2}" sibTransId="{E950D3C2-0472-429B-98B0-86C856FA65A1}"/>
    <dgm:cxn modelId="{F57AC0B7-F603-4C41-BF48-9041FAA60E8E}" type="presOf" srcId="{65B3944D-D926-4D0F-A305-F5740000747A}" destId="{C38A5A37-0883-4EE3-9002-010A6D324785}" srcOrd="0" destOrd="0" presId="urn:microsoft.com/office/officeart/2018/2/layout/IconVerticalSolidList"/>
    <dgm:cxn modelId="{E37D9CF8-DFE4-4379-9C72-27346573699A}" srcId="{D7951F77-4E36-4893-91C6-3151A6D51694}" destId="{223932EA-8A4D-4270-95C3-913761557237}" srcOrd="1" destOrd="0" parTransId="{E01D4CB3-97D0-4857-AF09-DED2BE24BAAC}" sibTransId="{C201C5C8-D4F2-4559-AF23-68BB4B3E7FB1}"/>
    <dgm:cxn modelId="{30F222E0-DF1F-4484-B140-6B7C6520EA89}" type="presParOf" srcId="{F61FEBF0-CB2F-4364-8F44-722FB7578D18}" destId="{F50C455E-839B-4494-8D06-326978CB28A7}" srcOrd="0" destOrd="0" presId="urn:microsoft.com/office/officeart/2018/2/layout/IconVerticalSolidList"/>
    <dgm:cxn modelId="{4FA9135E-4FFF-4848-9413-1BF026DB0BED}" type="presParOf" srcId="{F50C455E-839B-4494-8D06-326978CB28A7}" destId="{1DA8A0A9-929F-455B-B8BD-92EC86B6A862}" srcOrd="0" destOrd="0" presId="urn:microsoft.com/office/officeart/2018/2/layout/IconVerticalSolidList"/>
    <dgm:cxn modelId="{D16731A0-71A2-43AF-BF53-727392BD9F51}" type="presParOf" srcId="{F50C455E-839B-4494-8D06-326978CB28A7}" destId="{70C56EED-B0B5-4180-A100-474B69DE81C3}" srcOrd="1" destOrd="0" presId="urn:microsoft.com/office/officeart/2018/2/layout/IconVerticalSolidList"/>
    <dgm:cxn modelId="{4A8AA9B9-F7DD-4A1D-B570-4456CEC74161}" type="presParOf" srcId="{F50C455E-839B-4494-8D06-326978CB28A7}" destId="{1827E2BA-EA13-4751-82F2-976CBDED6C82}" srcOrd="2" destOrd="0" presId="urn:microsoft.com/office/officeart/2018/2/layout/IconVerticalSolidList"/>
    <dgm:cxn modelId="{DDE1A35C-0892-4749-9900-354FF724E1E5}" type="presParOf" srcId="{F50C455E-839B-4494-8D06-326978CB28A7}" destId="{C38A5A37-0883-4EE3-9002-010A6D324785}" srcOrd="3" destOrd="0" presId="urn:microsoft.com/office/officeart/2018/2/layout/IconVerticalSolidList"/>
    <dgm:cxn modelId="{D3D3D519-863B-49A0-9C3F-051416EA153D}" type="presParOf" srcId="{F61FEBF0-CB2F-4364-8F44-722FB7578D18}" destId="{21CE6EA1-CB92-41CD-8FAE-4CFF03E26BE6}" srcOrd="1" destOrd="0" presId="urn:microsoft.com/office/officeart/2018/2/layout/IconVerticalSolidList"/>
    <dgm:cxn modelId="{9D15FC18-0098-4A72-8D76-E82F2C2E180C}" type="presParOf" srcId="{F61FEBF0-CB2F-4364-8F44-722FB7578D18}" destId="{B92A22D8-3945-4B03-98DB-8A590020AE99}" srcOrd="2" destOrd="0" presId="urn:microsoft.com/office/officeart/2018/2/layout/IconVerticalSolidList"/>
    <dgm:cxn modelId="{7BC74BD9-A7ED-4402-9D3B-B1A5776A7EAD}" type="presParOf" srcId="{B92A22D8-3945-4B03-98DB-8A590020AE99}" destId="{A7FEDAED-2CDA-4D2F-883D-8D7438E3B422}" srcOrd="0" destOrd="0" presId="urn:microsoft.com/office/officeart/2018/2/layout/IconVerticalSolidList"/>
    <dgm:cxn modelId="{8C85A1A0-97AB-4188-8D32-DBD98A9FDB6A}" type="presParOf" srcId="{B92A22D8-3945-4B03-98DB-8A590020AE99}" destId="{7297DA32-36DE-4F9A-BB44-A3F001A7D7C3}" srcOrd="1" destOrd="0" presId="urn:microsoft.com/office/officeart/2018/2/layout/IconVerticalSolidList"/>
    <dgm:cxn modelId="{EB678E6A-2F37-4857-8F4D-6FB66B193092}" type="presParOf" srcId="{B92A22D8-3945-4B03-98DB-8A590020AE99}" destId="{E3DC658D-83A0-48BE-9074-9EB3678901E1}" srcOrd="2" destOrd="0" presId="urn:microsoft.com/office/officeart/2018/2/layout/IconVerticalSolidList"/>
    <dgm:cxn modelId="{08E40640-4D3B-4852-AF2D-2E0C224FF474}" type="presParOf" srcId="{B92A22D8-3945-4B03-98DB-8A590020AE99}" destId="{8F0FD205-8F23-4B47-859A-41BB69D2EDEE}" srcOrd="3" destOrd="0" presId="urn:microsoft.com/office/officeart/2018/2/layout/IconVerticalSolidList"/>
    <dgm:cxn modelId="{9C6E34DB-EF0D-43A5-A1E0-39D065733597}" type="presParOf" srcId="{F61FEBF0-CB2F-4364-8F44-722FB7578D18}" destId="{AFA75C0E-13A0-4D0C-ACA8-B29E381BEF9A}" srcOrd="3" destOrd="0" presId="urn:microsoft.com/office/officeart/2018/2/layout/IconVerticalSolidList"/>
    <dgm:cxn modelId="{AC8A67FF-09EA-4C04-AE25-5A9F33A57654}" type="presParOf" srcId="{F61FEBF0-CB2F-4364-8F44-722FB7578D18}" destId="{763367BB-4527-4646-8015-D79C10A337E8}" srcOrd="4" destOrd="0" presId="urn:microsoft.com/office/officeart/2018/2/layout/IconVerticalSolidList"/>
    <dgm:cxn modelId="{5BC094CB-F2E0-4918-9AC7-082F24D0AC9E}" type="presParOf" srcId="{763367BB-4527-4646-8015-D79C10A337E8}" destId="{712D2B29-4977-4B70-ABE9-215A9E804015}" srcOrd="0" destOrd="0" presId="urn:microsoft.com/office/officeart/2018/2/layout/IconVerticalSolidList"/>
    <dgm:cxn modelId="{8583FA80-D558-4B21-9EFE-C8F712D37D97}" type="presParOf" srcId="{763367BB-4527-4646-8015-D79C10A337E8}" destId="{6C7A9EF9-02EB-4D4D-A251-EC3A2F0EFD57}" srcOrd="1" destOrd="0" presId="urn:microsoft.com/office/officeart/2018/2/layout/IconVerticalSolidList"/>
    <dgm:cxn modelId="{FF2B3AFE-5D78-4AF4-BD5D-10DA64FD2E34}" type="presParOf" srcId="{763367BB-4527-4646-8015-D79C10A337E8}" destId="{13497251-DF6D-4038-B1ED-CA29B33C0A2F}" srcOrd="2" destOrd="0" presId="urn:microsoft.com/office/officeart/2018/2/layout/IconVerticalSolidList"/>
    <dgm:cxn modelId="{03E26A79-059D-4B0B-B311-C422C1F45874}" type="presParOf" srcId="{763367BB-4527-4646-8015-D79C10A337E8}" destId="{516FEABD-B159-4827-91AC-07F0FC9EFC37}" srcOrd="3" destOrd="0" presId="urn:microsoft.com/office/officeart/2018/2/layout/IconVerticalSolidList"/>
    <dgm:cxn modelId="{7DF7C674-8C32-4721-BFBF-41FDC484E9DE}" type="presParOf" srcId="{F61FEBF0-CB2F-4364-8F44-722FB7578D18}" destId="{580E91A4-0DB6-46AF-871B-67918081435B}" srcOrd="5" destOrd="0" presId="urn:microsoft.com/office/officeart/2018/2/layout/IconVerticalSolidList"/>
    <dgm:cxn modelId="{69E1E3B7-31C1-4B29-966A-E5A8BB0D531A}" type="presParOf" srcId="{F61FEBF0-CB2F-4364-8F44-722FB7578D18}" destId="{DD57C002-1714-4E12-872A-FCE88CC043FE}" srcOrd="6" destOrd="0" presId="urn:microsoft.com/office/officeart/2018/2/layout/IconVerticalSolidList"/>
    <dgm:cxn modelId="{EFAE7F8F-7259-4084-AAA5-1FF2B2F8421F}" type="presParOf" srcId="{DD57C002-1714-4E12-872A-FCE88CC043FE}" destId="{59534EC1-7FD9-454B-8378-AACE14683CA9}" srcOrd="0" destOrd="0" presId="urn:microsoft.com/office/officeart/2018/2/layout/IconVerticalSolidList"/>
    <dgm:cxn modelId="{800A25F1-C44E-4FE9-8A17-1481D23F9CD2}" type="presParOf" srcId="{DD57C002-1714-4E12-872A-FCE88CC043FE}" destId="{E81A461C-9D61-4B88-8277-F9DC532D2140}" srcOrd="1" destOrd="0" presId="urn:microsoft.com/office/officeart/2018/2/layout/IconVerticalSolidList"/>
    <dgm:cxn modelId="{A87D708E-7950-48D7-9212-063B037786BA}" type="presParOf" srcId="{DD57C002-1714-4E12-872A-FCE88CC043FE}" destId="{79C87944-7AB8-4146-A381-E36FC48D5AE7}" srcOrd="2" destOrd="0" presId="urn:microsoft.com/office/officeart/2018/2/layout/IconVerticalSolidList"/>
    <dgm:cxn modelId="{EC725DBF-F357-4C9A-A034-C4DE0610B5FD}" type="presParOf" srcId="{DD57C002-1714-4E12-872A-FCE88CC043FE}" destId="{CC81887C-6C6F-4E1A-BA2B-49AE8504B865}" srcOrd="3" destOrd="0" presId="urn:microsoft.com/office/officeart/2018/2/layout/IconVerticalSolidList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211292-5724-4CF3-9B68-C9C37D007AE6}">
      <dsp:nvSpPr>
        <dsp:cNvPr id="0" name=""/>
        <dsp:cNvSpPr/>
      </dsp:nvSpPr>
      <dsp:spPr>
        <a:xfrm>
          <a:off x="0" y="880425"/>
          <a:ext cx="4944403" cy="1625400"/>
        </a:xfrm>
        <a:prstGeom prst="rect">
          <a:avLst/>
        </a:prstGeom>
        <a:noFill/>
        <a:ln w="38100" cap="sq" cmpd="dbl">
          <a:noFill/>
          <a:prstDash val="solid"/>
          <a:miter lim="800000"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3410B7-CA0F-43F4-960E-9DA7059AF511}">
      <dsp:nvSpPr>
        <dsp:cNvPr id="0" name=""/>
        <dsp:cNvSpPr/>
      </dsp:nvSpPr>
      <dsp:spPr>
        <a:xfrm>
          <a:off x="491683" y="1246140"/>
          <a:ext cx="893970" cy="8939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72B821-D3EB-46EE-BCA0-DA5A1D91AF84}">
      <dsp:nvSpPr>
        <dsp:cNvPr id="0" name=""/>
        <dsp:cNvSpPr/>
      </dsp:nvSpPr>
      <dsp:spPr>
        <a:xfrm>
          <a:off x="1877337" y="880425"/>
          <a:ext cx="3067065" cy="1625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2022" tIns="172022" rIns="172022" bIns="17202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noProof="0" dirty="0">
              <a:solidFill>
                <a:schemeClr val="tx1"/>
              </a:solidFill>
            </a:rPr>
            <a:t>What do you believe to be true about your subject?</a:t>
          </a:r>
        </a:p>
      </dsp:txBody>
      <dsp:txXfrm>
        <a:off x="1877337" y="880425"/>
        <a:ext cx="3067065" cy="1625400"/>
      </dsp:txXfrm>
    </dsp:sp>
    <dsp:sp modelId="{5EDC32A8-8A30-43AA-B28C-4DE1051927E9}">
      <dsp:nvSpPr>
        <dsp:cNvPr id="0" name=""/>
        <dsp:cNvSpPr/>
      </dsp:nvSpPr>
      <dsp:spPr>
        <a:xfrm>
          <a:off x="0" y="2912175"/>
          <a:ext cx="4944403" cy="1625400"/>
        </a:xfrm>
        <a:prstGeom prst="rect">
          <a:avLst/>
        </a:prstGeom>
        <a:noFill/>
        <a:ln w="38100" cap="sq" cmpd="dbl">
          <a:noFill/>
          <a:prstDash val="solid"/>
          <a:miter lim="800000"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C72B6A-45B7-4ABB-9EFD-F5AC17DE9608}">
      <dsp:nvSpPr>
        <dsp:cNvPr id="0" name=""/>
        <dsp:cNvSpPr/>
      </dsp:nvSpPr>
      <dsp:spPr>
        <a:xfrm>
          <a:off x="491683" y="3277890"/>
          <a:ext cx="893970" cy="8939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286CCF-EBB1-4A29-B240-4BC3DA177E84}">
      <dsp:nvSpPr>
        <dsp:cNvPr id="0" name=""/>
        <dsp:cNvSpPr/>
      </dsp:nvSpPr>
      <dsp:spPr>
        <a:xfrm>
          <a:off x="1877337" y="2912175"/>
          <a:ext cx="3067065" cy="1625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2022" tIns="172022" rIns="172022" bIns="17202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noProof="0" dirty="0">
              <a:solidFill>
                <a:schemeClr val="tx1"/>
              </a:solidFill>
            </a:rPr>
            <a:t>What are you going to try to convince your audience of?</a:t>
          </a:r>
        </a:p>
      </dsp:txBody>
      <dsp:txXfrm>
        <a:off x="1877337" y="2912175"/>
        <a:ext cx="3067065" cy="16254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D584AC-334C-4D98-9E88-D4EE344FF90D}">
      <dsp:nvSpPr>
        <dsp:cNvPr id="0" name=""/>
        <dsp:cNvSpPr/>
      </dsp:nvSpPr>
      <dsp:spPr>
        <a:xfrm>
          <a:off x="1419953" y="105235"/>
          <a:ext cx="1183860" cy="1183860"/>
        </a:xfrm>
        <a:prstGeom prst="rect">
          <a:avLst/>
        </a:prstGeom>
        <a:noFill/>
        <a:ln>
          <a:solidFill>
            <a:schemeClr val="accent1"/>
          </a:solidFill>
          <a:prstDash val="sysDash"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004ED0-9912-4313-AFA2-7904C1513343}">
      <dsp:nvSpPr>
        <dsp:cNvPr id="0" name=""/>
        <dsp:cNvSpPr/>
      </dsp:nvSpPr>
      <dsp:spPr>
        <a:xfrm>
          <a:off x="1672251" y="357533"/>
          <a:ext cx="679264" cy="67926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947764-D5E2-4B83-8EAA-EA54408B4F84}">
      <dsp:nvSpPr>
        <dsp:cNvPr id="0" name=""/>
        <dsp:cNvSpPr/>
      </dsp:nvSpPr>
      <dsp:spPr>
        <a:xfrm>
          <a:off x="1041506" y="1657839"/>
          <a:ext cx="194075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cap="none" dirty="0"/>
            <a:t>Cat</a:t>
          </a:r>
        </a:p>
      </dsp:txBody>
      <dsp:txXfrm>
        <a:off x="1041506" y="1657839"/>
        <a:ext cx="1940754" cy="720000"/>
      </dsp:txXfrm>
    </dsp:sp>
    <dsp:sp modelId="{D24D21FC-62C1-4CB3-8209-8661C3C79008}">
      <dsp:nvSpPr>
        <dsp:cNvPr id="0" name=""/>
        <dsp:cNvSpPr/>
      </dsp:nvSpPr>
      <dsp:spPr>
        <a:xfrm>
          <a:off x="3700340" y="105235"/>
          <a:ext cx="1183860" cy="1183860"/>
        </a:xfrm>
        <a:prstGeom prst="rect">
          <a:avLst/>
        </a:prstGeom>
        <a:noFill/>
        <a:ln>
          <a:solidFill>
            <a:schemeClr val="accent1"/>
          </a:solidFill>
          <a:prstDash val="sysDash"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CCDF7A-EBE7-495D-AEE1-FE9FEEA33C81}">
      <dsp:nvSpPr>
        <dsp:cNvPr id="0" name=""/>
        <dsp:cNvSpPr/>
      </dsp:nvSpPr>
      <dsp:spPr>
        <a:xfrm>
          <a:off x="3952638" y="357533"/>
          <a:ext cx="679264" cy="67926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26A24F-F4FA-4000-B231-980697CE6BC5}">
      <dsp:nvSpPr>
        <dsp:cNvPr id="0" name=""/>
        <dsp:cNvSpPr/>
      </dsp:nvSpPr>
      <dsp:spPr>
        <a:xfrm>
          <a:off x="3321893" y="1657839"/>
          <a:ext cx="194075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cap="none" dirty="0"/>
            <a:t>Dog</a:t>
          </a:r>
        </a:p>
      </dsp:txBody>
      <dsp:txXfrm>
        <a:off x="3321893" y="1657839"/>
        <a:ext cx="1940754" cy="720000"/>
      </dsp:txXfrm>
    </dsp:sp>
    <dsp:sp modelId="{150E4B2C-C413-4BF2-BE44-61CABB4D422E}">
      <dsp:nvSpPr>
        <dsp:cNvPr id="0" name=""/>
        <dsp:cNvSpPr/>
      </dsp:nvSpPr>
      <dsp:spPr>
        <a:xfrm>
          <a:off x="1419953" y="2863028"/>
          <a:ext cx="1183860" cy="1183860"/>
        </a:xfrm>
        <a:prstGeom prst="rect">
          <a:avLst/>
        </a:prstGeom>
        <a:noFill/>
        <a:ln>
          <a:solidFill>
            <a:schemeClr val="accent1"/>
          </a:solidFill>
          <a:prstDash val="sysDash"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8E22CF-4E7D-49DB-8D62-BFBE95644B7C}">
      <dsp:nvSpPr>
        <dsp:cNvPr id="0" name=""/>
        <dsp:cNvSpPr/>
      </dsp:nvSpPr>
      <dsp:spPr>
        <a:xfrm>
          <a:off x="1672251" y="3115326"/>
          <a:ext cx="679264" cy="67926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04CA18-7F92-4C8F-B31C-B8DC9BFFC00B}">
      <dsp:nvSpPr>
        <dsp:cNvPr id="0" name=""/>
        <dsp:cNvSpPr/>
      </dsp:nvSpPr>
      <dsp:spPr>
        <a:xfrm>
          <a:off x="1041506" y="4415632"/>
          <a:ext cx="194075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cap="none" dirty="0"/>
            <a:t>Mouse</a:t>
          </a:r>
        </a:p>
      </dsp:txBody>
      <dsp:txXfrm>
        <a:off x="1041506" y="4415632"/>
        <a:ext cx="1940754" cy="720000"/>
      </dsp:txXfrm>
    </dsp:sp>
    <dsp:sp modelId="{FB9B0F2E-A209-4355-A025-0CC7EDD3BBA7}">
      <dsp:nvSpPr>
        <dsp:cNvPr id="0" name=""/>
        <dsp:cNvSpPr/>
      </dsp:nvSpPr>
      <dsp:spPr>
        <a:xfrm>
          <a:off x="3700340" y="2863028"/>
          <a:ext cx="1183860" cy="1183860"/>
        </a:xfrm>
        <a:prstGeom prst="rect">
          <a:avLst/>
        </a:prstGeom>
        <a:noFill/>
        <a:ln>
          <a:solidFill>
            <a:schemeClr val="accent1"/>
          </a:solidFill>
          <a:prstDash val="sysDash"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ED3257-C9EC-49C5-B86D-6D93DABEBEEB}">
      <dsp:nvSpPr>
        <dsp:cNvPr id="0" name=""/>
        <dsp:cNvSpPr/>
      </dsp:nvSpPr>
      <dsp:spPr>
        <a:xfrm>
          <a:off x="3952638" y="3115326"/>
          <a:ext cx="679264" cy="67926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4D16BE-1508-46AB-8E58-77F8E5A2FFCC}">
      <dsp:nvSpPr>
        <dsp:cNvPr id="0" name=""/>
        <dsp:cNvSpPr/>
      </dsp:nvSpPr>
      <dsp:spPr>
        <a:xfrm>
          <a:off x="3321893" y="4415632"/>
          <a:ext cx="194075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cap="none" dirty="0"/>
            <a:t>Gorilla</a:t>
          </a:r>
        </a:p>
      </dsp:txBody>
      <dsp:txXfrm>
        <a:off x="3321893" y="4415632"/>
        <a:ext cx="1940754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204284-1F7C-4D58-BC79-8C2DEE7E9FAF}">
      <dsp:nvSpPr>
        <dsp:cNvPr id="0" name=""/>
        <dsp:cNvSpPr/>
      </dsp:nvSpPr>
      <dsp:spPr>
        <a:xfrm flipV="1">
          <a:off x="0" y="1914058"/>
          <a:ext cx="10453687" cy="105708"/>
        </a:xfrm>
        <a:prstGeom prst="homePlate">
          <a:avLst/>
        </a:prstGeom>
        <a:solidFill>
          <a:schemeClr val="accent5">
            <a:alpha val="90000"/>
          </a:schemeClr>
        </a:solid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EF924A-339B-436A-9151-9C7B0B0377B9}">
      <dsp:nvSpPr>
        <dsp:cNvPr id="0" name=""/>
        <dsp:cNvSpPr/>
      </dsp:nvSpPr>
      <dsp:spPr>
        <a:xfrm rot="8100000">
          <a:off x="65995" y="453296"/>
          <a:ext cx="289289" cy="289289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46B4BA4-33F0-43CE-A60E-B95E195AD5A9}">
      <dsp:nvSpPr>
        <dsp:cNvPr id="0" name=""/>
        <dsp:cNvSpPr/>
      </dsp:nvSpPr>
      <dsp:spPr>
        <a:xfrm>
          <a:off x="98133" y="485434"/>
          <a:ext cx="225014" cy="225014"/>
        </a:xfrm>
        <a:prstGeom prst="donu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82CF5D-A585-4990-846A-5EDBD19A9BDB}">
      <dsp:nvSpPr>
        <dsp:cNvPr id="0" name=""/>
        <dsp:cNvSpPr/>
      </dsp:nvSpPr>
      <dsp:spPr>
        <a:xfrm>
          <a:off x="415199" y="802500"/>
          <a:ext cx="2482378" cy="1164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bg1"/>
              </a:solidFill>
            </a:rPr>
            <a:t>Lorem ipsum</a:t>
          </a:r>
        </a:p>
      </dsp:txBody>
      <dsp:txXfrm>
        <a:off x="415199" y="802500"/>
        <a:ext cx="2482378" cy="1164412"/>
      </dsp:txXfrm>
    </dsp:sp>
    <dsp:sp modelId="{85C50C56-6DC8-4C47-8DBC-4FD6B1554AA4}">
      <dsp:nvSpPr>
        <dsp:cNvPr id="0" name=""/>
        <dsp:cNvSpPr/>
      </dsp:nvSpPr>
      <dsp:spPr>
        <a:xfrm>
          <a:off x="415199" y="393382"/>
          <a:ext cx="2482378" cy="4091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0160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b="1" kern="1200" dirty="0">
              <a:solidFill>
                <a:schemeClr val="bg1"/>
              </a:solidFill>
            </a:rPr>
            <a:t>Q1</a:t>
          </a:r>
          <a:br>
            <a:rPr lang="en-US" sz="1100" kern="1200" dirty="0">
              <a:solidFill>
                <a:schemeClr val="bg1"/>
              </a:solidFill>
            </a:rPr>
          </a:br>
          <a:r>
            <a:rPr lang="en-US" sz="1100" kern="1200" dirty="0">
              <a:solidFill>
                <a:schemeClr val="bg1"/>
              </a:solidFill>
            </a:rPr>
            <a:t>2OYY</a:t>
          </a:r>
        </a:p>
      </dsp:txBody>
      <dsp:txXfrm>
        <a:off x="415199" y="393382"/>
        <a:ext cx="2482378" cy="409117"/>
      </dsp:txXfrm>
    </dsp:sp>
    <dsp:sp modelId="{4F322B1B-F357-4BCD-BF34-8A0D705A1CE7}">
      <dsp:nvSpPr>
        <dsp:cNvPr id="0" name=""/>
        <dsp:cNvSpPr/>
      </dsp:nvSpPr>
      <dsp:spPr>
        <a:xfrm>
          <a:off x="210640" y="802500"/>
          <a:ext cx="0" cy="1164412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F727168-E825-43C1-AF50-41E115F59C0C}">
      <dsp:nvSpPr>
        <dsp:cNvPr id="0" name=""/>
        <dsp:cNvSpPr/>
      </dsp:nvSpPr>
      <dsp:spPr>
        <a:xfrm>
          <a:off x="173101" y="1930091"/>
          <a:ext cx="73641" cy="736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B4632EA-1574-417A-A3FA-D711159FBAD1}">
      <dsp:nvSpPr>
        <dsp:cNvPr id="0" name=""/>
        <dsp:cNvSpPr/>
      </dsp:nvSpPr>
      <dsp:spPr>
        <a:xfrm rot="18900000">
          <a:off x="1556136" y="3191238"/>
          <a:ext cx="289289" cy="289289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32E0966-F86B-4BBD-BE80-8FAB861AF0E8}">
      <dsp:nvSpPr>
        <dsp:cNvPr id="0" name=""/>
        <dsp:cNvSpPr/>
      </dsp:nvSpPr>
      <dsp:spPr>
        <a:xfrm>
          <a:off x="1588274" y="3223376"/>
          <a:ext cx="225014" cy="225014"/>
        </a:xfrm>
        <a:prstGeom prst="donu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08C5A1-CE9E-4410-9F2F-F714CC6AB069}">
      <dsp:nvSpPr>
        <dsp:cNvPr id="0" name=""/>
        <dsp:cNvSpPr/>
      </dsp:nvSpPr>
      <dsp:spPr>
        <a:xfrm>
          <a:off x="1905340" y="1966912"/>
          <a:ext cx="2482378" cy="1164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42875" rIns="0" bIns="95250" numCol="1" spcCol="1270" anchor="b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bg1"/>
              </a:solidFill>
            </a:rPr>
            <a:t>Lorem ipsum</a:t>
          </a:r>
        </a:p>
      </dsp:txBody>
      <dsp:txXfrm>
        <a:off x="1905340" y="1966912"/>
        <a:ext cx="2482378" cy="1164412"/>
      </dsp:txXfrm>
    </dsp:sp>
    <dsp:sp modelId="{C1E34084-406C-48D5-88FE-7226282DBC49}">
      <dsp:nvSpPr>
        <dsp:cNvPr id="0" name=""/>
        <dsp:cNvSpPr/>
      </dsp:nvSpPr>
      <dsp:spPr>
        <a:xfrm>
          <a:off x="1905340" y="3131324"/>
          <a:ext cx="2482378" cy="4091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0160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b="1" kern="1200" dirty="0">
              <a:solidFill>
                <a:schemeClr val="bg1"/>
              </a:solidFill>
            </a:rPr>
            <a:t>Q2</a:t>
          </a:r>
          <a:br>
            <a:rPr lang="en-US" sz="1100" kern="1200" dirty="0">
              <a:solidFill>
                <a:schemeClr val="bg1"/>
              </a:solidFill>
            </a:rPr>
          </a:br>
          <a:r>
            <a:rPr lang="en-US" sz="1100" kern="1200" dirty="0">
              <a:solidFill>
                <a:schemeClr val="bg1"/>
              </a:solidFill>
            </a:rPr>
            <a:t>20YY</a:t>
          </a:r>
        </a:p>
      </dsp:txBody>
      <dsp:txXfrm>
        <a:off x="1905340" y="3131324"/>
        <a:ext cx="2482378" cy="409117"/>
      </dsp:txXfrm>
    </dsp:sp>
    <dsp:sp modelId="{33168228-1414-4AAF-B7E5-C08A80BBB2F1}">
      <dsp:nvSpPr>
        <dsp:cNvPr id="0" name=""/>
        <dsp:cNvSpPr/>
      </dsp:nvSpPr>
      <dsp:spPr>
        <a:xfrm>
          <a:off x="1700781" y="1966912"/>
          <a:ext cx="0" cy="1164412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57996C3-16BE-4CEB-B9E2-6FFC42938F41}">
      <dsp:nvSpPr>
        <dsp:cNvPr id="0" name=""/>
        <dsp:cNvSpPr/>
      </dsp:nvSpPr>
      <dsp:spPr>
        <a:xfrm>
          <a:off x="1663243" y="1930091"/>
          <a:ext cx="73641" cy="736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BC09B8D-1C75-4604-9F35-AEC078447C45}">
      <dsp:nvSpPr>
        <dsp:cNvPr id="0" name=""/>
        <dsp:cNvSpPr/>
      </dsp:nvSpPr>
      <dsp:spPr>
        <a:xfrm rot="8100000">
          <a:off x="3046278" y="453296"/>
          <a:ext cx="289289" cy="28928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FE91A1F-E910-48AB-A4C9-128002268483}">
      <dsp:nvSpPr>
        <dsp:cNvPr id="0" name=""/>
        <dsp:cNvSpPr/>
      </dsp:nvSpPr>
      <dsp:spPr>
        <a:xfrm>
          <a:off x="3078415" y="485434"/>
          <a:ext cx="225014" cy="225014"/>
        </a:xfrm>
        <a:prstGeom prst="star12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8603F2-85FC-4134-978C-4054E468209C}">
      <dsp:nvSpPr>
        <dsp:cNvPr id="0" name=""/>
        <dsp:cNvSpPr/>
      </dsp:nvSpPr>
      <dsp:spPr>
        <a:xfrm>
          <a:off x="3395482" y="802500"/>
          <a:ext cx="2482378" cy="1164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i="1" kern="1200" dirty="0">
              <a:solidFill>
                <a:schemeClr val="bg1"/>
              </a:solidFill>
            </a:rPr>
            <a:t>Lorem ipsum</a:t>
          </a:r>
        </a:p>
      </dsp:txBody>
      <dsp:txXfrm>
        <a:off x="3395482" y="802500"/>
        <a:ext cx="2482378" cy="1164412"/>
      </dsp:txXfrm>
    </dsp:sp>
    <dsp:sp modelId="{4EB3AA5C-1289-44C6-9F3E-859ABA28E18F}">
      <dsp:nvSpPr>
        <dsp:cNvPr id="0" name=""/>
        <dsp:cNvSpPr/>
      </dsp:nvSpPr>
      <dsp:spPr>
        <a:xfrm>
          <a:off x="3395482" y="393382"/>
          <a:ext cx="2482378" cy="4091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b="0" i="1" kern="1200" dirty="0">
              <a:solidFill>
                <a:schemeClr val="bg1"/>
              </a:solidFill>
            </a:rPr>
            <a:t>Big milestone</a:t>
          </a:r>
        </a:p>
      </dsp:txBody>
      <dsp:txXfrm>
        <a:off x="3395482" y="393382"/>
        <a:ext cx="2482378" cy="409117"/>
      </dsp:txXfrm>
    </dsp:sp>
    <dsp:sp modelId="{0BB03C0E-97EC-4D66-9B09-35D689DAB28C}">
      <dsp:nvSpPr>
        <dsp:cNvPr id="0" name=""/>
        <dsp:cNvSpPr/>
      </dsp:nvSpPr>
      <dsp:spPr>
        <a:xfrm>
          <a:off x="3190923" y="802500"/>
          <a:ext cx="0" cy="1164412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361E50-9FEC-48AD-A369-C1A8379B35EC}">
      <dsp:nvSpPr>
        <dsp:cNvPr id="0" name=""/>
        <dsp:cNvSpPr/>
      </dsp:nvSpPr>
      <dsp:spPr>
        <a:xfrm>
          <a:off x="3153384" y="1930091"/>
          <a:ext cx="73641" cy="736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0DBECBF-E3AA-450B-95D4-8349AA21B4F8}">
      <dsp:nvSpPr>
        <dsp:cNvPr id="0" name=""/>
        <dsp:cNvSpPr/>
      </dsp:nvSpPr>
      <dsp:spPr>
        <a:xfrm rot="18900000">
          <a:off x="4536419" y="3191238"/>
          <a:ext cx="289289" cy="289289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EDDD44C-F5E4-49AD-B1D9-346B8B8AEE8F}">
      <dsp:nvSpPr>
        <dsp:cNvPr id="0" name=""/>
        <dsp:cNvSpPr/>
      </dsp:nvSpPr>
      <dsp:spPr>
        <a:xfrm>
          <a:off x="4568557" y="3223376"/>
          <a:ext cx="225014" cy="225014"/>
        </a:xfrm>
        <a:prstGeom prst="donu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564261-183D-47F9-8E7E-BCFC5023A815}">
      <dsp:nvSpPr>
        <dsp:cNvPr id="0" name=""/>
        <dsp:cNvSpPr/>
      </dsp:nvSpPr>
      <dsp:spPr>
        <a:xfrm>
          <a:off x="4885623" y="1966912"/>
          <a:ext cx="2482378" cy="1164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42875" rIns="0" bIns="95250" numCol="1" spcCol="1270" anchor="b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bg1"/>
              </a:solidFill>
            </a:rPr>
            <a:t>Lorem ipsum</a:t>
          </a:r>
        </a:p>
      </dsp:txBody>
      <dsp:txXfrm>
        <a:off x="4885623" y="1966912"/>
        <a:ext cx="2482378" cy="1164412"/>
      </dsp:txXfrm>
    </dsp:sp>
    <dsp:sp modelId="{3DA36ABE-9810-4ED4-9A55-2905E7588D06}">
      <dsp:nvSpPr>
        <dsp:cNvPr id="0" name=""/>
        <dsp:cNvSpPr/>
      </dsp:nvSpPr>
      <dsp:spPr>
        <a:xfrm>
          <a:off x="4885623" y="3131324"/>
          <a:ext cx="2482378" cy="4091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0160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b="1" kern="1200" dirty="0">
              <a:solidFill>
                <a:schemeClr val="bg1"/>
              </a:solidFill>
            </a:rPr>
            <a:t>Q3</a:t>
          </a:r>
          <a:br>
            <a:rPr lang="en-US" sz="1100" kern="1200" dirty="0">
              <a:solidFill>
                <a:schemeClr val="bg1"/>
              </a:solidFill>
            </a:rPr>
          </a:br>
          <a:r>
            <a:rPr lang="en-US" sz="1100" kern="1200" dirty="0">
              <a:solidFill>
                <a:schemeClr val="bg1"/>
              </a:solidFill>
            </a:rPr>
            <a:t>20YY</a:t>
          </a:r>
        </a:p>
      </dsp:txBody>
      <dsp:txXfrm>
        <a:off x="4885623" y="3131324"/>
        <a:ext cx="2482378" cy="409117"/>
      </dsp:txXfrm>
    </dsp:sp>
    <dsp:sp modelId="{4B9F5909-A57C-4893-9C8A-D5960FE9BE37}">
      <dsp:nvSpPr>
        <dsp:cNvPr id="0" name=""/>
        <dsp:cNvSpPr/>
      </dsp:nvSpPr>
      <dsp:spPr>
        <a:xfrm>
          <a:off x="4681064" y="1966912"/>
          <a:ext cx="0" cy="1164412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891B168-1DA5-4124-931F-A51FCB8EFC11}">
      <dsp:nvSpPr>
        <dsp:cNvPr id="0" name=""/>
        <dsp:cNvSpPr/>
      </dsp:nvSpPr>
      <dsp:spPr>
        <a:xfrm>
          <a:off x="4643525" y="1930091"/>
          <a:ext cx="73641" cy="736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88CC4C6-DFBC-460C-A9ED-BEDA8CC682D4}">
      <dsp:nvSpPr>
        <dsp:cNvPr id="0" name=""/>
        <dsp:cNvSpPr/>
      </dsp:nvSpPr>
      <dsp:spPr>
        <a:xfrm rot="8100000">
          <a:off x="6026560" y="453296"/>
          <a:ext cx="289289" cy="289289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8CA82DA-B677-461B-A08D-337683480059}">
      <dsp:nvSpPr>
        <dsp:cNvPr id="0" name=""/>
        <dsp:cNvSpPr/>
      </dsp:nvSpPr>
      <dsp:spPr>
        <a:xfrm>
          <a:off x="6058698" y="485434"/>
          <a:ext cx="225014" cy="225014"/>
        </a:xfrm>
        <a:prstGeom prst="donu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646913-A3FA-4470-A3E9-C64B0A13A62A}">
      <dsp:nvSpPr>
        <dsp:cNvPr id="0" name=""/>
        <dsp:cNvSpPr/>
      </dsp:nvSpPr>
      <dsp:spPr>
        <a:xfrm>
          <a:off x="6375764" y="802500"/>
          <a:ext cx="2482378" cy="1164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bg1"/>
              </a:solidFill>
            </a:rPr>
            <a:t>Lorem ipsum</a:t>
          </a:r>
        </a:p>
      </dsp:txBody>
      <dsp:txXfrm>
        <a:off x="6375764" y="802500"/>
        <a:ext cx="2482378" cy="1164412"/>
      </dsp:txXfrm>
    </dsp:sp>
    <dsp:sp modelId="{6EC2FC68-E1B8-4274-8090-C2C96A4CD82C}">
      <dsp:nvSpPr>
        <dsp:cNvPr id="0" name=""/>
        <dsp:cNvSpPr/>
      </dsp:nvSpPr>
      <dsp:spPr>
        <a:xfrm>
          <a:off x="6375764" y="393382"/>
          <a:ext cx="2482378" cy="4091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0160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b="1" kern="1200" dirty="0">
              <a:solidFill>
                <a:schemeClr val="bg1"/>
              </a:solidFill>
            </a:rPr>
            <a:t>Q4</a:t>
          </a:r>
          <a:br>
            <a:rPr lang="en-US" sz="1100" kern="1200" dirty="0">
              <a:solidFill>
                <a:schemeClr val="bg1"/>
              </a:solidFill>
            </a:rPr>
          </a:br>
          <a:r>
            <a:rPr lang="en-US" sz="1100" kern="1200" dirty="0">
              <a:solidFill>
                <a:schemeClr val="bg1"/>
              </a:solidFill>
            </a:rPr>
            <a:t>20YY</a:t>
          </a:r>
        </a:p>
      </dsp:txBody>
      <dsp:txXfrm>
        <a:off x="6375764" y="393382"/>
        <a:ext cx="2482378" cy="409117"/>
      </dsp:txXfrm>
    </dsp:sp>
    <dsp:sp modelId="{4F41BF23-550C-4E7F-977E-3D22E3AF7B51}">
      <dsp:nvSpPr>
        <dsp:cNvPr id="0" name=""/>
        <dsp:cNvSpPr/>
      </dsp:nvSpPr>
      <dsp:spPr>
        <a:xfrm>
          <a:off x="6171205" y="802500"/>
          <a:ext cx="0" cy="1164412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8CF1E0-B1C4-4B10-A5EC-FD7EF0557E2D}">
      <dsp:nvSpPr>
        <dsp:cNvPr id="0" name=""/>
        <dsp:cNvSpPr/>
      </dsp:nvSpPr>
      <dsp:spPr>
        <a:xfrm>
          <a:off x="6133667" y="1930091"/>
          <a:ext cx="73641" cy="736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3F98938-B973-410F-B6E0-43437FA146E6}">
      <dsp:nvSpPr>
        <dsp:cNvPr id="0" name=""/>
        <dsp:cNvSpPr/>
      </dsp:nvSpPr>
      <dsp:spPr>
        <a:xfrm rot="18900000">
          <a:off x="7516702" y="3191238"/>
          <a:ext cx="289289" cy="28928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6BE64BD-02BC-4C6F-AC50-F9617E59754D}">
      <dsp:nvSpPr>
        <dsp:cNvPr id="0" name=""/>
        <dsp:cNvSpPr/>
      </dsp:nvSpPr>
      <dsp:spPr>
        <a:xfrm>
          <a:off x="7548839" y="3223376"/>
          <a:ext cx="225014" cy="225014"/>
        </a:xfrm>
        <a:prstGeom prst="star12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5070CD-E29E-4F50-9A43-342A2DE968FF}">
      <dsp:nvSpPr>
        <dsp:cNvPr id="0" name=""/>
        <dsp:cNvSpPr/>
      </dsp:nvSpPr>
      <dsp:spPr>
        <a:xfrm>
          <a:off x="7865906" y="1966912"/>
          <a:ext cx="2482378" cy="1164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42875" rIns="0" bIns="95250" numCol="1" spcCol="1270" anchor="b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i="1" kern="1200" dirty="0">
              <a:solidFill>
                <a:schemeClr val="bg1"/>
              </a:solidFill>
            </a:rPr>
            <a:t>Lorem ipsum</a:t>
          </a:r>
          <a:endParaRPr lang="en-US" sz="1500" kern="1200" dirty="0">
            <a:solidFill>
              <a:schemeClr val="bg1"/>
            </a:solidFill>
          </a:endParaRPr>
        </a:p>
      </dsp:txBody>
      <dsp:txXfrm>
        <a:off x="7865906" y="1966912"/>
        <a:ext cx="2482378" cy="1164412"/>
      </dsp:txXfrm>
    </dsp:sp>
    <dsp:sp modelId="{6FED4196-A0D3-4E5C-83DA-99291A8FFFC3}">
      <dsp:nvSpPr>
        <dsp:cNvPr id="0" name=""/>
        <dsp:cNvSpPr/>
      </dsp:nvSpPr>
      <dsp:spPr>
        <a:xfrm>
          <a:off x="7865906" y="3131324"/>
          <a:ext cx="2482378" cy="4091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b="0" i="1" kern="1200" dirty="0">
              <a:solidFill>
                <a:schemeClr val="bg1"/>
              </a:solidFill>
            </a:rPr>
            <a:t>Big milestone</a:t>
          </a:r>
        </a:p>
      </dsp:txBody>
      <dsp:txXfrm>
        <a:off x="7865906" y="3131324"/>
        <a:ext cx="2482378" cy="409117"/>
      </dsp:txXfrm>
    </dsp:sp>
    <dsp:sp modelId="{54DE4918-169B-4E9C-B946-44A9D45AEC94}">
      <dsp:nvSpPr>
        <dsp:cNvPr id="0" name=""/>
        <dsp:cNvSpPr/>
      </dsp:nvSpPr>
      <dsp:spPr>
        <a:xfrm>
          <a:off x="7661347" y="1966912"/>
          <a:ext cx="0" cy="1164412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64C6D16-2F77-439A-848A-F1081C5E5CBE}">
      <dsp:nvSpPr>
        <dsp:cNvPr id="0" name=""/>
        <dsp:cNvSpPr/>
      </dsp:nvSpPr>
      <dsp:spPr>
        <a:xfrm>
          <a:off x="7623808" y="1930091"/>
          <a:ext cx="73641" cy="736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0A4AD9-9384-455C-AF51-202B08254D55}">
      <dsp:nvSpPr>
        <dsp:cNvPr id="0" name=""/>
        <dsp:cNvSpPr/>
      </dsp:nvSpPr>
      <dsp:spPr>
        <a:xfrm>
          <a:off x="596" y="31107"/>
          <a:ext cx="2324742" cy="1394845"/>
        </a:xfrm>
        <a:prstGeom prst="rect">
          <a:avLst/>
        </a:prstGeom>
        <a:noFill/>
        <a:ln w="15875" cap="flat" cmpd="sng" algn="ctr">
          <a:solidFill>
            <a:schemeClr val="accent1"/>
          </a:solidFill>
          <a:prstDash val="lgDash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chemeClr val="tx1"/>
              </a:solidFill>
            </a:rPr>
            <a:t>ONE: </a:t>
          </a:r>
          <a:br>
            <a:rPr lang="en-US" sz="1600" kern="1200" dirty="0">
              <a:solidFill>
                <a:schemeClr val="tx1"/>
              </a:solidFill>
            </a:rPr>
          </a:br>
          <a:r>
            <a:rPr lang="en-US" sz="1600" kern="1200" dirty="0">
              <a:solidFill>
                <a:schemeClr val="tx1"/>
              </a:solidFill>
            </a:rPr>
            <a:t>lorem ipsum lorem ipsum</a:t>
          </a:r>
        </a:p>
      </dsp:txBody>
      <dsp:txXfrm>
        <a:off x="596" y="31107"/>
        <a:ext cx="2324742" cy="1394845"/>
      </dsp:txXfrm>
    </dsp:sp>
    <dsp:sp modelId="{7A5B3E65-9777-4EF6-A5E1-C35B895D487A}">
      <dsp:nvSpPr>
        <dsp:cNvPr id="0" name=""/>
        <dsp:cNvSpPr/>
      </dsp:nvSpPr>
      <dsp:spPr>
        <a:xfrm>
          <a:off x="2557812" y="31107"/>
          <a:ext cx="2324742" cy="1394845"/>
        </a:xfrm>
        <a:prstGeom prst="rect">
          <a:avLst/>
        </a:prstGeom>
        <a:noFill/>
        <a:ln w="15875" cap="flat" cmpd="sng" algn="ctr">
          <a:solidFill>
            <a:schemeClr val="accent1"/>
          </a:solidFill>
          <a:prstDash val="lgDash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chemeClr val="tx1"/>
              </a:solidFill>
            </a:rPr>
            <a:t>TWO: </a:t>
          </a:r>
          <a:br>
            <a:rPr lang="en-US" sz="1600" kern="1200" dirty="0">
              <a:solidFill>
                <a:schemeClr val="tx1"/>
              </a:solidFill>
            </a:rPr>
          </a:br>
          <a:r>
            <a:rPr lang="en-US" sz="1600" kern="1200" dirty="0">
              <a:solidFill>
                <a:schemeClr val="tx1"/>
              </a:solidFill>
            </a:rPr>
            <a:t>lorem ipsum lorem ipsum</a:t>
          </a:r>
        </a:p>
      </dsp:txBody>
      <dsp:txXfrm>
        <a:off x="2557812" y="31107"/>
        <a:ext cx="2324742" cy="1394845"/>
      </dsp:txXfrm>
    </dsp:sp>
    <dsp:sp modelId="{98736366-53F9-49EF-9094-E77CAF66F377}">
      <dsp:nvSpPr>
        <dsp:cNvPr id="0" name=""/>
        <dsp:cNvSpPr/>
      </dsp:nvSpPr>
      <dsp:spPr>
        <a:xfrm>
          <a:off x="596" y="1658427"/>
          <a:ext cx="2324742" cy="1394845"/>
        </a:xfrm>
        <a:prstGeom prst="rect">
          <a:avLst/>
        </a:prstGeom>
        <a:noFill/>
        <a:ln w="15875" cap="flat" cmpd="sng" algn="ctr">
          <a:solidFill>
            <a:schemeClr val="accent1"/>
          </a:solidFill>
          <a:prstDash val="lgDash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chemeClr val="tx1"/>
              </a:solidFill>
            </a:rPr>
            <a:t>THREE: </a:t>
          </a:r>
          <a:br>
            <a:rPr lang="en-US" sz="1600" kern="1200" dirty="0">
              <a:solidFill>
                <a:schemeClr val="tx1"/>
              </a:solidFill>
            </a:rPr>
          </a:br>
          <a:r>
            <a:rPr lang="en-US" sz="1600" kern="1200" dirty="0">
              <a:solidFill>
                <a:schemeClr val="tx1"/>
              </a:solidFill>
            </a:rPr>
            <a:t>lorem ipsum lorem ipsum</a:t>
          </a:r>
        </a:p>
      </dsp:txBody>
      <dsp:txXfrm>
        <a:off x="596" y="1658427"/>
        <a:ext cx="2324742" cy="1394845"/>
      </dsp:txXfrm>
    </dsp:sp>
    <dsp:sp modelId="{E111D404-B88B-44E6-839A-F40E9BF97271}">
      <dsp:nvSpPr>
        <dsp:cNvPr id="0" name=""/>
        <dsp:cNvSpPr/>
      </dsp:nvSpPr>
      <dsp:spPr>
        <a:xfrm>
          <a:off x="2557812" y="1658427"/>
          <a:ext cx="2324742" cy="1394845"/>
        </a:xfrm>
        <a:prstGeom prst="rect">
          <a:avLst/>
        </a:prstGeom>
        <a:noFill/>
        <a:ln w="15875" cap="flat" cmpd="sng" algn="ctr">
          <a:solidFill>
            <a:schemeClr val="accent1"/>
          </a:solidFill>
          <a:prstDash val="lgDash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chemeClr val="tx1"/>
              </a:solidFill>
            </a:rPr>
            <a:t>FOUR: </a:t>
          </a:r>
          <a:br>
            <a:rPr lang="en-US" sz="1600" kern="1200" dirty="0">
              <a:solidFill>
                <a:schemeClr val="tx1"/>
              </a:solidFill>
            </a:rPr>
          </a:br>
          <a:r>
            <a:rPr lang="en-US" sz="1600" kern="1200" dirty="0">
              <a:solidFill>
                <a:schemeClr val="tx1"/>
              </a:solidFill>
            </a:rPr>
            <a:t>lorem ipsum lorem ipsum</a:t>
          </a:r>
        </a:p>
      </dsp:txBody>
      <dsp:txXfrm>
        <a:off x="2557812" y="1658427"/>
        <a:ext cx="2324742" cy="1394845"/>
      </dsp:txXfrm>
    </dsp:sp>
    <dsp:sp modelId="{8298FD8A-4BE2-4FB3-B18E-E031C2BD42AC}">
      <dsp:nvSpPr>
        <dsp:cNvPr id="0" name=""/>
        <dsp:cNvSpPr/>
      </dsp:nvSpPr>
      <dsp:spPr>
        <a:xfrm>
          <a:off x="596" y="3285746"/>
          <a:ext cx="2324742" cy="1394845"/>
        </a:xfrm>
        <a:prstGeom prst="rect">
          <a:avLst/>
        </a:prstGeom>
        <a:noFill/>
        <a:ln w="15875" cap="flat" cmpd="sng" algn="ctr">
          <a:solidFill>
            <a:schemeClr val="accent1"/>
          </a:solidFill>
          <a:prstDash val="lgDash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chemeClr val="tx1"/>
              </a:solidFill>
            </a:rPr>
            <a:t>FIVE: </a:t>
          </a:r>
          <a:br>
            <a:rPr lang="en-US" sz="1600" kern="1200" dirty="0">
              <a:solidFill>
                <a:schemeClr val="tx1"/>
              </a:solidFill>
            </a:rPr>
          </a:br>
          <a:r>
            <a:rPr lang="en-US" sz="1600" kern="1200" dirty="0">
              <a:solidFill>
                <a:schemeClr val="tx1"/>
              </a:solidFill>
            </a:rPr>
            <a:t>lorem ipsum lorem ipsum</a:t>
          </a:r>
        </a:p>
      </dsp:txBody>
      <dsp:txXfrm>
        <a:off x="596" y="3285746"/>
        <a:ext cx="2324742" cy="1394845"/>
      </dsp:txXfrm>
    </dsp:sp>
    <dsp:sp modelId="{F7AE4263-220C-4194-B4E9-8B096817D988}">
      <dsp:nvSpPr>
        <dsp:cNvPr id="0" name=""/>
        <dsp:cNvSpPr/>
      </dsp:nvSpPr>
      <dsp:spPr>
        <a:xfrm>
          <a:off x="2557812" y="3285746"/>
          <a:ext cx="2324742" cy="1394845"/>
        </a:xfrm>
        <a:prstGeom prst="rect">
          <a:avLst/>
        </a:prstGeom>
        <a:noFill/>
        <a:ln w="15875" cap="flat" cmpd="sng" algn="ctr">
          <a:solidFill>
            <a:schemeClr val="accent1"/>
          </a:solidFill>
          <a:prstDash val="lgDash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chemeClr val="tx1"/>
              </a:solidFill>
            </a:rPr>
            <a:t>SIX: </a:t>
          </a:r>
          <a:br>
            <a:rPr lang="en-US" sz="1600" kern="1200" dirty="0">
              <a:solidFill>
                <a:schemeClr val="tx1"/>
              </a:solidFill>
            </a:rPr>
          </a:br>
          <a:r>
            <a:rPr lang="en-US" sz="1600" kern="1200" dirty="0">
              <a:solidFill>
                <a:schemeClr val="tx1"/>
              </a:solidFill>
            </a:rPr>
            <a:t>lorem ipsum lorem ipsum</a:t>
          </a:r>
        </a:p>
      </dsp:txBody>
      <dsp:txXfrm>
        <a:off x="2557812" y="3285746"/>
        <a:ext cx="2324742" cy="139484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A8A0A9-929F-455B-B8BD-92EC86B6A862}">
      <dsp:nvSpPr>
        <dsp:cNvPr id="0" name=""/>
        <dsp:cNvSpPr/>
      </dsp:nvSpPr>
      <dsp:spPr>
        <a:xfrm>
          <a:off x="0" y="1632"/>
          <a:ext cx="4535487" cy="827486"/>
        </a:xfrm>
        <a:prstGeom prst="rect">
          <a:avLst/>
        </a:prstGeom>
        <a:noFill/>
        <a:ln w="22225"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C56EED-B0B5-4180-A100-474B69DE81C3}">
      <dsp:nvSpPr>
        <dsp:cNvPr id="0" name=""/>
        <dsp:cNvSpPr/>
      </dsp:nvSpPr>
      <dsp:spPr>
        <a:xfrm>
          <a:off x="250314" y="187817"/>
          <a:ext cx="455117" cy="455117"/>
        </a:xfrm>
        <a:prstGeom prst="rect">
          <a:avLst/>
        </a:prstGeom>
        <a:blipFill>
          <a:blip xmlns:r="http://schemas.openxmlformats.org/officeDocument/2006/relationships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8A5A37-0883-4EE3-9002-010A6D324785}">
      <dsp:nvSpPr>
        <dsp:cNvPr id="0" name=""/>
        <dsp:cNvSpPr/>
      </dsp:nvSpPr>
      <dsp:spPr>
        <a:xfrm>
          <a:off x="955746" y="1632"/>
          <a:ext cx="3579740" cy="8274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576" tIns="87576" rIns="87576" bIns="87576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dirty="0">
              <a:solidFill>
                <a:schemeClr val="bg1"/>
              </a:solidFill>
            </a:rPr>
            <a:t>LinkedIn</a:t>
          </a:r>
          <a:br>
            <a:rPr lang="en-US" sz="2000" b="0" i="0" kern="1200" dirty="0">
              <a:solidFill>
                <a:schemeClr val="bg1"/>
              </a:solidFill>
            </a:rPr>
          </a:br>
          <a:r>
            <a:rPr lang="en-US" sz="1600" b="0" i="0" kern="1200" dirty="0">
              <a:solidFill>
                <a:schemeClr val="bg1"/>
              </a:solidFill>
            </a:rPr>
            <a:t>Link to Your LinkedIn Profile</a:t>
          </a:r>
        </a:p>
      </dsp:txBody>
      <dsp:txXfrm>
        <a:off x="955746" y="1632"/>
        <a:ext cx="3579740" cy="827486"/>
      </dsp:txXfrm>
    </dsp:sp>
    <dsp:sp modelId="{A7FEDAED-2CDA-4D2F-883D-8D7438E3B422}">
      <dsp:nvSpPr>
        <dsp:cNvPr id="0" name=""/>
        <dsp:cNvSpPr/>
      </dsp:nvSpPr>
      <dsp:spPr>
        <a:xfrm>
          <a:off x="0" y="1035990"/>
          <a:ext cx="4535487" cy="827486"/>
        </a:xfrm>
        <a:prstGeom prst="rect">
          <a:avLst/>
        </a:prstGeom>
        <a:noFill/>
        <a:ln w="22225"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97DA32-36DE-4F9A-BB44-A3F001A7D7C3}">
      <dsp:nvSpPr>
        <dsp:cNvPr id="0" name=""/>
        <dsp:cNvSpPr/>
      </dsp:nvSpPr>
      <dsp:spPr>
        <a:xfrm>
          <a:off x="250314" y="1222174"/>
          <a:ext cx="455117" cy="455117"/>
        </a:xfrm>
        <a:prstGeom prst="rect">
          <a:avLst/>
        </a:prstGeom>
        <a:blipFill>
          <a:blip xmlns:r="http://schemas.openxmlformats.org/officeDocument/2006/relationships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0FD205-8F23-4B47-859A-41BB69D2EDEE}">
      <dsp:nvSpPr>
        <dsp:cNvPr id="0" name=""/>
        <dsp:cNvSpPr/>
      </dsp:nvSpPr>
      <dsp:spPr>
        <a:xfrm>
          <a:off x="955746" y="1035990"/>
          <a:ext cx="3579740" cy="8274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576" tIns="87576" rIns="87576" bIns="87576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dirty="0">
              <a:solidFill>
                <a:schemeClr val="bg1"/>
              </a:solidFill>
            </a:rPr>
            <a:t>Twitter</a:t>
          </a:r>
          <a:br>
            <a:rPr lang="en-US" sz="2000" b="0" i="0" kern="1200" dirty="0">
              <a:solidFill>
                <a:schemeClr val="bg1"/>
              </a:solidFill>
            </a:rPr>
          </a:br>
          <a:r>
            <a:rPr lang="en-US" sz="1600" b="0" i="0" kern="1200" dirty="0">
              <a:solidFill>
                <a:schemeClr val="bg1"/>
              </a:solidFill>
            </a:rPr>
            <a:t>@yourhandle</a:t>
          </a:r>
        </a:p>
      </dsp:txBody>
      <dsp:txXfrm>
        <a:off x="955746" y="1035990"/>
        <a:ext cx="3579740" cy="827486"/>
      </dsp:txXfrm>
    </dsp:sp>
    <dsp:sp modelId="{712D2B29-4977-4B70-ABE9-215A9E804015}">
      <dsp:nvSpPr>
        <dsp:cNvPr id="0" name=""/>
        <dsp:cNvSpPr/>
      </dsp:nvSpPr>
      <dsp:spPr>
        <a:xfrm>
          <a:off x="0" y="2070348"/>
          <a:ext cx="4535487" cy="827486"/>
        </a:xfrm>
        <a:prstGeom prst="rect">
          <a:avLst/>
        </a:prstGeom>
        <a:noFill/>
        <a:ln w="22225"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7A9EF9-02EB-4D4D-A251-EC3A2F0EFD57}">
      <dsp:nvSpPr>
        <dsp:cNvPr id="0" name=""/>
        <dsp:cNvSpPr/>
      </dsp:nvSpPr>
      <dsp:spPr>
        <a:xfrm>
          <a:off x="250314" y="2256532"/>
          <a:ext cx="455117" cy="455117"/>
        </a:xfrm>
        <a:prstGeom prst="rect">
          <a:avLst/>
        </a:prstGeom>
        <a:blipFill>
          <a:blip xmlns:r="http://schemas.openxmlformats.org/officeDocument/2006/relationships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6FEABD-B159-4827-91AC-07F0FC9EFC37}">
      <dsp:nvSpPr>
        <dsp:cNvPr id="0" name=""/>
        <dsp:cNvSpPr/>
      </dsp:nvSpPr>
      <dsp:spPr>
        <a:xfrm>
          <a:off x="955746" y="2070348"/>
          <a:ext cx="3579740" cy="8274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576" tIns="87576" rIns="87576" bIns="87576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dirty="0">
              <a:solidFill>
                <a:schemeClr val="bg1"/>
              </a:solidFill>
            </a:rPr>
            <a:t>Email</a:t>
          </a:r>
          <a:br>
            <a:rPr lang="en-US" sz="2000" b="0" i="0" kern="1200" dirty="0">
              <a:solidFill>
                <a:schemeClr val="bg1"/>
              </a:solidFill>
            </a:rPr>
          </a:br>
          <a:r>
            <a:rPr lang="en-US" sz="1600" b="0" i="0" kern="1200" dirty="0">
              <a:solidFill>
                <a:schemeClr val="bg1"/>
              </a:solidFill>
            </a:rPr>
            <a:t>youremail@email.com</a:t>
          </a:r>
        </a:p>
      </dsp:txBody>
      <dsp:txXfrm>
        <a:off x="955746" y="2070348"/>
        <a:ext cx="3579740" cy="827486"/>
      </dsp:txXfrm>
    </dsp:sp>
    <dsp:sp modelId="{59534EC1-7FD9-454B-8378-AACE14683CA9}">
      <dsp:nvSpPr>
        <dsp:cNvPr id="0" name=""/>
        <dsp:cNvSpPr/>
      </dsp:nvSpPr>
      <dsp:spPr>
        <a:xfrm>
          <a:off x="0" y="3104706"/>
          <a:ext cx="4535487" cy="827486"/>
        </a:xfrm>
        <a:prstGeom prst="rect">
          <a:avLst/>
        </a:prstGeom>
        <a:noFill/>
        <a:ln w="22225"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1A461C-9D61-4B88-8277-F9DC532D2140}">
      <dsp:nvSpPr>
        <dsp:cNvPr id="0" name=""/>
        <dsp:cNvSpPr/>
      </dsp:nvSpPr>
      <dsp:spPr>
        <a:xfrm>
          <a:off x="250314" y="3290890"/>
          <a:ext cx="455117" cy="455117"/>
        </a:xfrm>
        <a:prstGeom prst="rect">
          <a:avLst/>
        </a:prstGeom>
        <a:blipFill>
          <a:blip xmlns:r="http://schemas.openxmlformats.org/officeDocument/2006/relationships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81887C-6C6F-4E1A-BA2B-49AE8504B865}">
      <dsp:nvSpPr>
        <dsp:cNvPr id="0" name=""/>
        <dsp:cNvSpPr/>
      </dsp:nvSpPr>
      <dsp:spPr>
        <a:xfrm>
          <a:off x="955746" y="3104706"/>
          <a:ext cx="3579740" cy="8274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576" tIns="87576" rIns="87576" bIns="87576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dirty="0">
              <a:solidFill>
                <a:schemeClr val="bg1"/>
              </a:solidFill>
            </a:rPr>
            <a:t>Phone</a:t>
          </a:r>
          <a:br>
            <a:rPr lang="en-US" sz="2000" b="0" i="0" kern="1200" dirty="0">
              <a:solidFill>
                <a:schemeClr val="bg1"/>
              </a:solidFill>
            </a:rPr>
          </a:br>
          <a:r>
            <a:rPr lang="en-US" sz="1600" b="0" i="0" kern="1200" dirty="0">
              <a:solidFill>
                <a:schemeClr val="bg1"/>
              </a:solidFill>
            </a:rPr>
            <a:t>Your Phone Number</a:t>
          </a:r>
        </a:p>
      </dsp:txBody>
      <dsp:txXfrm>
        <a:off x="955746" y="3104706"/>
        <a:ext cx="3579740" cy="8274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7/3/layout/DropPinTimeline">
  <dgm:title val="Drop Pin Timeline"/>
  <dgm:desc val="Use to show a list of events in chronological order. An invisible box next to the pin contains the date and the description is immediately below. It can display a medium amount of text and medium length date format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 styleLbl="fgAcc1">
      <dgm:alg type="sp"/>
      <dgm:choose name="ArrowShape">
        <dgm:if name="ArrowShapeLTR" func="var" arg="dir" op="equ" val="norm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 w="19050">
                    <a:solidFill>
                      <a:srgbClr val="000000"/>
                    </a:solidFill>
                    <a:tailEnd type="triangle" w="lg" len="lg"/>
                  </a:ln>
                </dgm1612:spPr>
              </a:ext>
            </dgm:extLst>
          </dgm:shape>
        </dgm:if>
        <dgm:else name="ArrowShapeRTL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>
                    <a:solidFill>
                      <a:srgbClr val="000000"/>
                    </a:solidFill>
                    <a:headEnd type="triangle" w="lg" len="lg"/>
                  </a:ln>
                </dgm1612:spPr>
              </a:ext>
            </dgm:extLst>
          </dgm:shape>
        </dgm:else>
      </dgm:choos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ConnectorPoint1" styleLbl="lnNode1" moveWith="ConnectLine1">
                <dgm:alg type="sp"/>
                <dgm:shape xmlns:r="http://schemas.openxmlformats.org/officeDocument/2006/relationships" type="ellipse" r:blip="" zOrderOff="10">
                  <dgm:adjLst/>
                </dgm:shape>
                <dgm:presOf/>
                <dgm:constrLst>
                  <dgm:constr type="w" refType="h" op="equ"/>
                </dgm:constrLst>
              </dgm:layoutNod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/>
                  <dgm:constr type="h" for="ch" forName="DropPin1" refType="h"/>
                  <dgm:constr type="ctrX" for="ch" forName="DropPin1" refType="w" fact="0.5"/>
                  <dgm:constr type="ctrY" for="ch" forName="DropPin1" refType="h" fact="0.5"/>
                  <dgm:constr type="w" for="ch" forName="Ellipse1" refType="w" refFor="ch" refForName="DropPin1" fact="0.55"/>
                  <dgm:constr type="h" for="ch" forName="Ellipse1" refType="w" refFor="ch" refForName="DropPin1" fact="0.55"/>
                  <dgm:constr type="ctrX" for="ch" forName="Ellipse1" refType="ctrX" refFor="ch" refForName="DropPin1"/>
                  <dgm:constr type="ctrY" for="ch" forName="Ellipse1" refType="ctrY" refFor="ch" refForName="DropPin1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5"/>
                      <dgm:constr type="bMarg" refType="primFontSz" fact="0.75"/>
                    </dgm:constrLst>
                  </dgm:if>
                  <dgm:else name="Name881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1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ConnectorPoint" styleLbl="lnNode1" moveWith="ConnectLine">
                <dgm:alg type="sp"/>
                <dgm:shape xmlns:r="http://schemas.openxmlformats.org/officeDocument/2006/relationships" type="ellipse" r:blip="" zOrderOff="10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6350"/>
                      </dgm1612:spPr>
                    </a:ext>
                  </dgm:extLst>
                </dgm:shape>
                <dgm:presOf/>
                <dgm:constrLst>
                  <dgm:constr type="w" refType="h" op="equ"/>
                </dgm:constrLst>
              </dgm:layoutNod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/>
                  <dgm:constr type="h" for="ch" forName="DropPin" refType="h"/>
                  <dgm:constr type="ctrX" for="ch" forName="DropPin" refType="w" fact="0.5"/>
                  <dgm:constr type="ctrY" for="ch" forName="DropPin" refType="h" fact="0.5"/>
                  <dgm:constr type="w" for="ch" forName="Ellipse" refType="w" refFor="ch" refForName="DropPin" fact="0.55"/>
                  <dgm:constr type="h" for="ch" forName="Ellipse" refType="w" refFor="ch" refForName="DropPin" fact="0.55"/>
                  <dgm:constr type="ctrX" for="ch" forName="Ellipse" refType="ctrX" refFor="ch" refForName="DropPin"/>
                  <dgm:constr type="ctrY" for="ch" forName="Ellipse" refType="ctrY" refFor="ch" refForName="DropPin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5"/>
                      <dgm:constr type="bMarg" refType="primFontSz" fact="0.75"/>
                    </dgm:constrLst>
                  </dgm:if>
                  <dgm:else name="Name88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E8FA38E-9F41-1A45-879F-0B93BA5093C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016A96-BC72-0640-9AEE-870574F3880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0B091C-A27C-3C4B-82F1-DDBD9A02829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01FC8B-EC93-C64D-BBD2-37E30DAF45B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7D4734-4CAE-4B5B-A5BF-2204F730257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15A48E-F7AD-43EC-AC50-8729FE3865BE}" type="datetimeFigureOut">
              <a:rPr lang="en-US" smtClean="0"/>
              <a:t>4/16/2026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8117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55F854-E2CE-6F4E-A0CF-CB175674CF4C}" type="datetimeFigureOut">
              <a:rPr lang="en-US" smtClean="0"/>
              <a:t>4/16/2026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D111EE-B1CE-3F40-8B0E-AB6A92B8545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684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CF3A1-9863-43A3-B39B-8E6FEFD6E20B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27602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CAC06A-4905-4B1A-83C1-3B011A8CF04B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03106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8669" y="854538"/>
            <a:ext cx="4567608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5400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61440" y="4429842"/>
            <a:ext cx="4567608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600" cap="all" spc="200" baseline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subtitle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C28A7DB8-FEA5-5A4A-85DF-FA1ADFB3EFC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33721" y="-19458"/>
            <a:ext cx="7261837" cy="6877457"/>
          </a:xfrm>
          <a:custGeom>
            <a:avLst/>
            <a:gdLst>
              <a:gd name="connsiteX0" fmla="*/ 3426278 w 8464509"/>
              <a:gd name="connsiteY0" fmla="*/ 0 h 6858000"/>
              <a:gd name="connsiteX1" fmla="*/ 3440072 w 8464509"/>
              <a:gd name="connsiteY1" fmla="*/ 37000 h 6858000"/>
              <a:gd name="connsiteX2" fmla="*/ 3440072 w 8464509"/>
              <a:gd name="connsiteY2" fmla="*/ 0 h 6858000"/>
              <a:gd name="connsiteX3" fmla="*/ 8464509 w 8464509"/>
              <a:gd name="connsiteY3" fmla="*/ 0 h 6858000"/>
              <a:gd name="connsiteX4" fmla="*/ 8464509 w 8464509"/>
              <a:gd name="connsiteY4" fmla="*/ 6858000 h 6858000"/>
              <a:gd name="connsiteX5" fmla="*/ 3440072 w 8464509"/>
              <a:gd name="connsiteY5" fmla="*/ 6858000 h 6858000"/>
              <a:gd name="connsiteX6" fmla="*/ 3440072 w 8464509"/>
              <a:gd name="connsiteY6" fmla="*/ 6839148 h 6858000"/>
              <a:gd name="connsiteX7" fmla="*/ 0 w 8464509"/>
              <a:gd name="connsiteY7" fmla="*/ 6858000 h 6858000"/>
              <a:gd name="connsiteX0" fmla="*/ 3426278 w 8464509"/>
              <a:gd name="connsiteY0" fmla="*/ 0 h 6858000"/>
              <a:gd name="connsiteX1" fmla="*/ 3440072 w 8464509"/>
              <a:gd name="connsiteY1" fmla="*/ 37000 h 6858000"/>
              <a:gd name="connsiteX2" fmla="*/ 3440072 w 8464509"/>
              <a:gd name="connsiteY2" fmla="*/ 0 h 6858000"/>
              <a:gd name="connsiteX3" fmla="*/ 8464509 w 8464509"/>
              <a:gd name="connsiteY3" fmla="*/ 0 h 6858000"/>
              <a:gd name="connsiteX4" fmla="*/ 8464509 w 8464509"/>
              <a:gd name="connsiteY4" fmla="*/ 6858000 h 6858000"/>
              <a:gd name="connsiteX5" fmla="*/ 3440072 w 8464509"/>
              <a:gd name="connsiteY5" fmla="*/ 6858000 h 6858000"/>
              <a:gd name="connsiteX6" fmla="*/ 0 w 8464509"/>
              <a:gd name="connsiteY6" fmla="*/ 6858000 h 6858000"/>
              <a:gd name="connsiteX7" fmla="*/ 3426278 w 8464509"/>
              <a:gd name="connsiteY7" fmla="*/ 0 h 6858000"/>
              <a:gd name="connsiteX0" fmla="*/ 3426278 w 8464509"/>
              <a:gd name="connsiteY0" fmla="*/ 0 h 6858000"/>
              <a:gd name="connsiteX1" fmla="*/ 3440072 w 8464509"/>
              <a:gd name="connsiteY1" fmla="*/ 37000 h 6858000"/>
              <a:gd name="connsiteX2" fmla="*/ 3440072 w 8464509"/>
              <a:gd name="connsiteY2" fmla="*/ 0 h 6858000"/>
              <a:gd name="connsiteX3" fmla="*/ 8464509 w 8464509"/>
              <a:gd name="connsiteY3" fmla="*/ 0 h 6858000"/>
              <a:gd name="connsiteX4" fmla="*/ 8464509 w 8464509"/>
              <a:gd name="connsiteY4" fmla="*/ 6858000 h 6858000"/>
              <a:gd name="connsiteX5" fmla="*/ 0 w 8464509"/>
              <a:gd name="connsiteY5" fmla="*/ 6858000 h 6858000"/>
              <a:gd name="connsiteX6" fmla="*/ 3426278 w 8464509"/>
              <a:gd name="connsiteY6" fmla="*/ 0 h 6858000"/>
              <a:gd name="connsiteX0" fmla="*/ 3993491 w 8464509"/>
              <a:gd name="connsiteY0" fmla="*/ 19455 h 6858000"/>
              <a:gd name="connsiteX1" fmla="*/ 3440072 w 8464509"/>
              <a:gd name="connsiteY1" fmla="*/ 37000 h 6858000"/>
              <a:gd name="connsiteX2" fmla="*/ 3440072 w 8464509"/>
              <a:gd name="connsiteY2" fmla="*/ 0 h 6858000"/>
              <a:gd name="connsiteX3" fmla="*/ 8464509 w 8464509"/>
              <a:gd name="connsiteY3" fmla="*/ 0 h 6858000"/>
              <a:gd name="connsiteX4" fmla="*/ 8464509 w 8464509"/>
              <a:gd name="connsiteY4" fmla="*/ 6858000 h 6858000"/>
              <a:gd name="connsiteX5" fmla="*/ 0 w 8464509"/>
              <a:gd name="connsiteY5" fmla="*/ 6858000 h 6858000"/>
              <a:gd name="connsiteX6" fmla="*/ 3993491 w 8464509"/>
              <a:gd name="connsiteY6" fmla="*/ 19455 h 6858000"/>
              <a:gd name="connsiteX0" fmla="*/ 3993491 w 8464509"/>
              <a:gd name="connsiteY0" fmla="*/ 19455 h 6858000"/>
              <a:gd name="connsiteX1" fmla="*/ 3440072 w 8464509"/>
              <a:gd name="connsiteY1" fmla="*/ 37000 h 6858000"/>
              <a:gd name="connsiteX2" fmla="*/ 8464509 w 8464509"/>
              <a:gd name="connsiteY2" fmla="*/ 0 h 6858000"/>
              <a:gd name="connsiteX3" fmla="*/ 8464509 w 8464509"/>
              <a:gd name="connsiteY3" fmla="*/ 6858000 h 6858000"/>
              <a:gd name="connsiteX4" fmla="*/ 0 w 8464509"/>
              <a:gd name="connsiteY4" fmla="*/ 6858000 h 6858000"/>
              <a:gd name="connsiteX5" fmla="*/ 3993491 w 8464509"/>
              <a:gd name="connsiteY5" fmla="*/ 19455 h 6858000"/>
              <a:gd name="connsiteX0" fmla="*/ 3993491 w 8464509"/>
              <a:gd name="connsiteY0" fmla="*/ 19455 h 6858000"/>
              <a:gd name="connsiteX1" fmla="*/ 8464509 w 8464509"/>
              <a:gd name="connsiteY1" fmla="*/ 0 h 6858000"/>
              <a:gd name="connsiteX2" fmla="*/ 8464509 w 8464509"/>
              <a:gd name="connsiteY2" fmla="*/ 6858000 h 6858000"/>
              <a:gd name="connsiteX3" fmla="*/ 0 w 8464509"/>
              <a:gd name="connsiteY3" fmla="*/ 6858000 h 6858000"/>
              <a:gd name="connsiteX4" fmla="*/ 3993491 w 8464509"/>
              <a:gd name="connsiteY4" fmla="*/ 19455 h 6858000"/>
              <a:gd name="connsiteX0" fmla="*/ 4061557 w 8464509"/>
              <a:gd name="connsiteY0" fmla="*/ 0 h 6858001"/>
              <a:gd name="connsiteX1" fmla="*/ 8464509 w 8464509"/>
              <a:gd name="connsiteY1" fmla="*/ 1 h 6858001"/>
              <a:gd name="connsiteX2" fmla="*/ 8464509 w 8464509"/>
              <a:gd name="connsiteY2" fmla="*/ 6858001 h 6858001"/>
              <a:gd name="connsiteX3" fmla="*/ 0 w 8464509"/>
              <a:gd name="connsiteY3" fmla="*/ 6858001 h 6858001"/>
              <a:gd name="connsiteX4" fmla="*/ 4061557 w 8464509"/>
              <a:gd name="connsiteY4" fmla="*/ 0 h 6858001"/>
              <a:gd name="connsiteX0" fmla="*/ 5059852 w 8464509"/>
              <a:gd name="connsiteY0" fmla="*/ 19454 h 6858000"/>
              <a:gd name="connsiteX1" fmla="*/ 8464509 w 8464509"/>
              <a:gd name="connsiteY1" fmla="*/ 0 h 6858000"/>
              <a:gd name="connsiteX2" fmla="*/ 8464509 w 8464509"/>
              <a:gd name="connsiteY2" fmla="*/ 6858000 h 6858000"/>
              <a:gd name="connsiteX3" fmla="*/ 0 w 8464509"/>
              <a:gd name="connsiteY3" fmla="*/ 6858000 h 6858000"/>
              <a:gd name="connsiteX4" fmla="*/ 5059852 w 8464509"/>
              <a:gd name="connsiteY4" fmla="*/ 19454 h 6858000"/>
              <a:gd name="connsiteX0" fmla="*/ 4061557 w 8464509"/>
              <a:gd name="connsiteY0" fmla="*/ 0 h 6877457"/>
              <a:gd name="connsiteX1" fmla="*/ 8464509 w 8464509"/>
              <a:gd name="connsiteY1" fmla="*/ 19457 h 6877457"/>
              <a:gd name="connsiteX2" fmla="*/ 8464509 w 8464509"/>
              <a:gd name="connsiteY2" fmla="*/ 6877457 h 6877457"/>
              <a:gd name="connsiteX3" fmla="*/ 0 w 8464509"/>
              <a:gd name="connsiteY3" fmla="*/ 6877457 h 6877457"/>
              <a:gd name="connsiteX4" fmla="*/ 4061557 w 8464509"/>
              <a:gd name="connsiteY4" fmla="*/ 0 h 6877457"/>
              <a:gd name="connsiteX0" fmla="*/ 4040810 w 8464509"/>
              <a:gd name="connsiteY0" fmla="*/ 0 h 6877457"/>
              <a:gd name="connsiteX1" fmla="*/ 8464509 w 8464509"/>
              <a:gd name="connsiteY1" fmla="*/ 19457 h 6877457"/>
              <a:gd name="connsiteX2" fmla="*/ 8464509 w 8464509"/>
              <a:gd name="connsiteY2" fmla="*/ 6877457 h 6877457"/>
              <a:gd name="connsiteX3" fmla="*/ 0 w 8464509"/>
              <a:gd name="connsiteY3" fmla="*/ 6877457 h 6877457"/>
              <a:gd name="connsiteX4" fmla="*/ 4040810 w 8464509"/>
              <a:gd name="connsiteY4" fmla="*/ 0 h 6877457"/>
              <a:gd name="connsiteX0" fmla="*/ 4040810 w 8464509"/>
              <a:gd name="connsiteY0" fmla="*/ 0 h 6877457"/>
              <a:gd name="connsiteX1" fmla="*/ 8464509 w 8464509"/>
              <a:gd name="connsiteY1" fmla="*/ 143986 h 6877457"/>
              <a:gd name="connsiteX2" fmla="*/ 8464509 w 8464509"/>
              <a:gd name="connsiteY2" fmla="*/ 6877457 h 6877457"/>
              <a:gd name="connsiteX3" fmla="*/ 0 w 8464509"/>
              <a:gd name="connsiteY3" fmla="*/ 6877457 h 6877457"/>
              <a:gd name="connsiteX4" fmla="*/ 4040810 w 8464509"/>
              <a:gd name="connsiteY4" fmla="*/ 0 h 6877457"/>
              <a:gd name="connsiteX0" fmla="*/ 4040810 w 8468658"/>
              <a:gd name="connsiteY0" fmla="*/ 0 h 6877457"/>
              <a:gd name="connsiteX1" fmla="*/ 8468658 w 8468658"/>
              <a:gd name="connsiteY1" fmla="*/ 12341 h 6877457"/>
              <a:gd name="connsiteX2" fmla="*/ 8464509 w 8468658"/>
              <a:gd name="connsiteY2" fmla="*/ 6877457 h 6877457"/>
              <a:gd name="connsiteX3" fmla="*/ 0 w 8468658"/>
              <a:gd name="connsiteY3" fmla="*/ 6877457 h 6877457"/>
              <a:gd name="connsiteX4" fmla="*/ 4040810 w 8468658"/>
              <a:gd name="connsiteY4" fmla="*/ 0 h 6877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68658" h="6877457">
                <a:moveTo>
                  <a:pt x="4040810" y="0"/>
                </a:moveTo>
                <a:lnTo>
                  <a:pt x="8468658" y="12341"/>
                </a:lnTo>
                <a:lnTo>
                  <a:pt x="8464509" y="6877457"/>
                </a:lnTo>
                <a:lnTo>
                  <a:pt x="0" y="6877457"/>
                </a:lnTo>
                <a:lnTo>
                  <a:pt x="4040810" y="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riangle 13">
            <a:extLst>
              <a:ext uri="{FF2B5EF4-FFF2-40B4-BE49-F238E27FC236}">
                <a16:creationId xmlns:a16="http://schemas.microsoft.com/office/drawing/2014/main" id="{6A021AF7-4044-A644-8DB8-495F263390D0}"/>
              </a:ext>
            </a:extLst>
          </p:cNvPr>
          <p:cNvSpPr/>
          <p:nvPr userDrawn="1"/>
        </p:nvSpPr>
        <p:spPr>
          <a:xfrm rot="10800000">
            <a:off x="4933721" y="267867"/>
            <a:ext cx="3031755" cy="3031755"/>
          </a:xfrm>
          <a:prstGeom prst="triangl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riangle 14">
            <a:extLst>
              <a:ext uri="{FF2B5EF4-FFF2-40B4-BE49-F238E27FC236}">
                <a16:creationId xmlns:a16="http://schemas.microsoft.com/office/drawing/2014/main" id="{D2DFDB14-A8D5-F944-A91C-960A5C2F22AF}"/>
              </a:ext>
            </a:extLst>
          </p:cNvPr>
          <p:cNvSpPr/>
          <p:nvPr userDrawn="1"/>
        </p:nvSpPr>
        <p:spPr>
          <a:xfrm>
            <a:off x="-22175" y="5596959"/>
            <a:ext cx="1261040" cy="1261040"/>
          </a:xfrm>
          <a:prstGeom prst="triangle">
            <a:avLst/>
          </a:prstGeom>
          <a:pattFill prst="lgGrid">
            <a:fgClr>
              <a:schemeClr val="accent1"/>
            </a:fgClr>
            <a:bgClr>
              <a:schemeClr val="tx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riangle 15">
            <a:extLst>
              <a:ext uri="{FF2B5EF4-FFF2-40B4-BE49-F238E27FC236}">
                <a16:creationId xmlns:a16="http://schemas.microsoft.com/office/drawing/2014/main" id="{B7735FBC-8FBF-9947-B380-14D44D2206B1}"/>
              </a:ext>
            </a:extLst>
          </p:cNvPr>
          <p:cNvSpPr/>
          <p:nvPr userDrawn="1"/>
        </p:nvSpPr>
        <p:spPr>
          <a:xfrm rot="10800000">
            <a:off x="184302" y="236698"/>
            <a:ext cx="519337" cy="519337"/>
          </a:xfrm>
          <a:prstGeom prst="triangle">
            <a:avLst/>
          </a:prstGeom>
          <a:pattFill prst="dkVert">
            <a:fgClr>
              <a:schemeClr val="accent1"/>
            </a:fgClr>
            <a:bgClr>
              <a:schemeClr val="tx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riangle 16">
            <a:extLst>
              <a:ext uri="{FF2B5EF4-FFF2-40B4-BE49-F238E27FC236}">
                <a16:creationId xmlns:a16="http://schemas.microsoft.com/office/drawing/2014/main" id="{17B7C303-8734-B141-AF0D-2945DA349FBD}"/>
              </a:ext>
            </a:extLst>
          </p:cNvPr>
          <p:cNvSpPr/>
          <p:nvPr userDrawn="1"/>
        </p:nvSpPr>
        <p:spPr>
          <a:xfrm>
            <a:off x="4414384" y="5795386"/>
            <a:ext cx="519337" cy="519337"/>
          </a:xfrm>
          <a:prstGeom prst="triangle">
            <a:avLst/>
          </a:prstGeom>
          <a:pattFill prst="wdUpDiag">
            <a:fgClr>
              <a:schemeClr val="accent1"/>
            </a:fgClr>
            <a:bgClr>
              <a:schemeClr val="tx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riangle 17">
            <a:extLst>
              <a:ext uri="{FF2B5EF4-FFF2-40B4-BE49-F238E27FC236}">
                <a16:creationId xmlns:a16="http://schemas.microsoft.com/office/drawing/2014/main" id="{67914AE0-93F2-8346-B885-5734D2B694B2}"/>
              </a:ext>
            </a:extLst>
          </p:cNvPr>
          <p:cNvSpPr/>
          <p:nvPr userDrawn="1"/>
        </p:nvSpPr>
        <p:spPr>
          <a:xfrm rot="5400000">
            <a:off x="-48606" y="3035784"/>
            <a:ext cx="648200" cy="5276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1667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Horizontal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FFCAC17-2511-3D4F-A318-B241447A2C02}"/>
              </a:ext>
            </a:extLst>
          </p:cNvPr>
          <p:cNvSpPr/>
          <p:nvPr userDrawn="1"/>
        </p:nvSpPr>
        <p:spPr>
          <a:xfrm>
            <a:off x="413825" y="2941613"/>
            <a:ext cx="11364350" cy="343260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13F5538-7999-A74B-BCB7-A96C8DBCCD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2329" y="4280546"/>
            <a:ext cx="10452848" cy="1791071"/>
          </a:xfrm>
        </p:spPr>
        <p:txBody>
          <a:bodyPr/>
          <a:lstStyle>
            <a:lvl1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 marL="48691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66979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85267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103555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Date Placeholder 6">
            <a:extLst>
              <a:ext uri="{FF2B5EF4-FFF2-40B4-BE49-F238E27FC236}">
                <a16:creationId xmlns:a16="http://schemas.microsoft.com/office/drawing/2014/main" id="{DE5056B4-56A3-6E40-92E1-FA33B5C8F8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18426" y="6446838"/>
            <a:ext cx="2584850" cy="365125"/>
          </a:xfrm>
        </p:spPr>
        <p:txBody>
          <a:bodyPr/>
          <a:lstStyle/>
          <a:p>
            <a:fld id="{4BE1D723-8F53-4F53-90B0-1982A396982E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17" name="Footer Placeholder 7">
            <a:extLst>
              <a:ext uri="{FF2B5EF4-FFF2-40B4-BE49-F238E27FC236}">
                <a16:creationId xmlns:a16="http://schemas.microsoft.com/office/drawing/2014/main" id="{A47DE6D7-793F-C846-8A00-3061847B6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8" name="Slide Number Placeholder 8">
            <a:extLst>
              <a:ext uri="{FF2B5EF4-FFF2-40B4-BE49-F238E27FC236}">
                <a16:creationId xmlns:a16="http://schemas.microsoft.com/office/drawing/2014/main" id="{B4C61174-2D39-E640-8A16-DCE655544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9" name="Title 9">
            <a:extLst>
              <a:ext uri="{FF2B5EF4-FFF2-40B4-BE49-F238E27FC236}">
                <a16:creationId xmlns:a16="http://schemas.microsoft.com/office/drawing/2014/main" id="{13596EE0-A679-3B49-BA9A-D5C79B0C8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329" y="3143154"/>
            <a:ext cx="10452849" cy="910492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riangle 19">
            <a:extLst>
              <a:ext uri="{FF2B5EF4-FFF2-40B4-BE49-F238E27FC236}">
                <a16:creationId xmlns:a16="http://schemas.microsoft.com/office/drawing/2014/main" id="{3E931B03-E301-6D48-8377-B08DA6C95F0B}"/>
              </a:ext>
            </a:extLst>
          </p:cNvPr>
          <p:cNvSpPr/>
          <p:nvPr userDrawn="1"/>
        </p:nvSpPr>
        <p:spPr>
          <a:xfrm>
            <a:off x="10459099" y="5309445"/>
            <a:ext cx="1465933" cy="1465933"/>
          </a:xfrm>
          <a:prstGeom prst="triangl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riangle 20">
            <a:extLst>
              <a:ext uri="{FF2B5EF4-FFF2-40B4-BE49-F238E27FC236}">
                <a16:creationId xmlns:a16="http://schemas.microsoft.com/office/drawing/2014/main" id="{249401AC-F116-8B4C-A1A0-CF88B63E549B}"/>
              </a:ext>
            </a:extLst>
          </p:cNvPr>
          <p:cNvSpPr/>
          <p:nvPr userDrawn="1"/>
        </p:nvSpPr>
        <p:spPr>
          <a:xfrm rot="5400000">
            <a:off x="-48606" y="3334563"/>
            <a:ext cx="648200" cy="5276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A3226FF-244B-B540-ABAC-5C0E3DE3103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3824" y="483782"/>
            <a:ext cx="11365992" cy="2457856"/>
          </a:xfrm>
          <a:solidFill>
            <a:schemeClr val="accent1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6448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7418687-D621-0443-9593-F546524940B3}"/>
              </a:ext>
            </a:extLst>
          </p:cNvPr>
          <p:cNvSpPr/>
          <p:nvPr userDrawn="1"/>
        </p:nvSpPr>
        <p:spPr>
          <a:xfrm>
            <a:off x="413825" y="483781"/>
            <a:ext cx="11364350" cy="589043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2329" y="2031121"/>
            <a:ext cx="4534616" cy="3933150"/>
          </a:xfrm>
        </p:spPr>
        <p:txBody>
          <a:bodyPr/>
          <a:lstStyle>
            <a:lvl1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 marL="48691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66979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85267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103555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E885CA99-382D-3E4B-9C4E-B250026EF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330" y="893729"/>
            <a:ext cx="4534616" cy="910492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riangle 10">
            <a:extLst>
              <a:ext uri="{FF2B5EF4-FFF2-40B4-BE49-F238E27FC236}">
                <a16:creationId xmlns:a16="http://schemas.microsoft.com/office/drawing/2014/main" id="{6FFCA020-4282-7D4F-AD59-3DEA5E91ADAB}"/>
              </a:ext>
            </a:extLst>
          </p:cNvPr>
          <p:cNvSpPr/>
          <p:nvPr userDrawn="1"/>
        </p:nvSpPr>
        <p:spPr>
          <a:xfrm>
            <a:off x="10459099" y="5309445"/>
            <a:ext cx="1465933" cy="1465933"/>
          </a:xfrm>
          <a:prstGeom prst="triangle">
            <a:avLst/>
          </a:prstGeom>
          <a:noFill/>
          <a:ln>
            <a:solidFill>
              <a:srgbClr val="C5AE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riangle 11">
            <a:extLst>
              <a:ext uri="{FF2B5EF4-FFF2-40B4-BE49-F238E27FC236}">
                <a16:creationId xmlns:a16="http://schemas.microsoft.com/office/drawing/2014/main" id="{653A8DFA-7BAB-7F45-AC35-E4D26BDBC78A}"/>
              </a:ext>
            </a:extLst>
          </p:cNvPr>
          <p:cNvSpPr/>
          <p:nvPr userDrawn="1"/>
        </p:nvSpPr>
        <p:spPr>
          <a:xfrm rot="5400000">
            <a:off x="-48606" y="1085137"/>
            <a:ext cx="648200" cy="5276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F5D5DA7E-149B-BB4E-918D-C5FF23087F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27491" y="0"/>
            <a:ext cx="8464509" cy="6858000"/>
          </a:xfrm>
          <a:custGeom>
            <a:avLst/>
            <a:gdLst>
              <a:gd name="connsiteX0" fmla="*/ 3426278 w 8464509"/>
              <a:gd name="connsiteY0" fmla="*/ 0 h 6858000"/>
              <a:gd name="connsiteX1" fmla="*/ 3440072 w 8464509"/>
              <a:gd name="connsiteY1" fmla="*/ 37000 h 6858000"/>
              <a:gd name="connsiteX2" fmla="*/ 3440072 w 8464509"/>
              <a:gd name="connsiteY2" fmla="*/ 0 h 6858000"/>
              <a:gd name="connsiteX3" fmla="*/ 8464509 w 8464509"/>
              <a:gd name="connsiteY3" fmla="*/ 0 h 6858000"/>
              <a:gd name="connsiteX4" fmla="*/ 8464509 w 8464509"/>
              <a:gd name="connsiteY4" fmla="*/ 6858000 h 6858000"/>
              <a:gd name="connsiteX5" fmla="*/ 3440072 w 8464509"/>
              <a:gd name="connsiteY5" fmla="*/ 6858000 h 6858000"/>
              <a:gd name="connsiteX6" fmla="*/ 3440072 w 8464509"/>
              <a:gd name="connsiteY6" fmla="*/ 6839148 h 6858000"/>
              <a:gd name="connsiteX7" fmla="*/ 0 w 8464509"/>
              <a:gd name="connsiteY7" fmla="*/ 6858000 h 6858000"/>
              <a:gd name="connsiteX0" fmla="*/ 3426278 w 8464509"/>
              <a:gd name="connsiteY0" fmla="*/ 0 h 6858000"/>
              <a:gd name="connsiteX1" fmla="*/ 3440072 w 8464509"/>
              <a:gd name="connsiteY1" fmla="*/ 37000 h 6858000"/>
              <a:gd name="connsiteX2" fmla="*/ 3440072 w 8464509"/>
              <a:gd name="connsiteY2" fmla="*/ 0 h 6858000"/>
              <a:gd name="connsiteX3" fmla="*/ 8464509 w 8464509"/>
              <a:gd name="connsiteY3" fmla="*/ 0 h 6858000"/>
              <a:gd name="connsiteX4" fmla="*/ 8464509 w 8464509"/>
              <a:gd name="connsiteY4" fmla="*/ 6858000 h 6858000"/>
              <a:gd name="connsiteX5" fmla="*/ 3440072 w 8464509"/>
              <a:gd name="connsiteY5" fmla="*/ 6858000 h 6858000"/>
              <a:gd name="connsiteX6" fmla="*/ 0 w 8464509"/>
              <a:gd name="connsiteY6" fmla="*/ 6858000 h 6858000"/>
              <a:gd name="connsiteX7" fmla="*/ 3426278 w 8464509"/>
              <a:gd name="connsiteY7" fmla="*/ 0 h 6858000"/>
              <a:gd name="connsiteX0" fmla="*/ 3426278 w 8464509"/>
              <a:gd name="connsiteY0" fmla="*/ 0 h 6858000"/>
              <a:gd name="connsiteX1" fmla="*/ 3440072 w 8464509"/>
              <a:gd name="connsiteY1" fmla="*/ 37000 h 6858000"/>
              <a:gd name="connsiteX2" fmla="*/ 3440072 w 8464509"/>
              <a:gd name="connsiteY2" fmla="*/ 0 h 6858000"/>
              <a:gd name="connsiteX3" fmla="*/ 8464509 w 8464509"/>
              <a:gd name="connsiteY3" fmla="*/ 0 h 6858000"/>
              <a:gd name="connsiteX4" fmla="*/ 8464509 w 8464509"/>
              <a:gd name="connsiteY4" fmla="*/ 6858000 h 6858000"/>
              <a:gd name="connsiteX5" fmla="*/ 0 w 8464509"/>
              <a:gd name="connsiteY5" fmla="*/ 6858000 h 6858000"/>
              <a:gd name="connsiteX6" fmla="*/ 3426278 w 8464509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464509" h="6858000">
                <a:moveTo>
                  <a:pt x="3426278" y="0"/>
                </a:moveTo>
                <a:lnTo>
                  <a:pt x="3440072" y="37000"/>
                </a:lnTo>
                <a:lnTo>
                  <a:pt x="3440072" y="0"/>
                </a:lnTo>
                <a:lnTo>
                  <a:pt x="8464509" y="0"/>
                </a:lnTo>
                <a:lnTo>
                  <a:pt x="8464509" y="6858000"/>
                </a:lnTo>
                <a:lnTo>
                  <a:pt x="0" y="6858000"/>
                </a:lnTo>
                <a:lnTo>
                  <a:pt x="3426278" y="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Triangle 18">
            <a:extLst>
              <a:ext uri="{FF2B5EF4-FFF2-40B4-BE49-F238E27FC236}">
                <a16:creationId xmlns:a16="http://schemas.microsoft.com/office/drawing/2014/main" id="{BEBB0DCE-DD71-FF40-B471-A617514321E6}"/>
              </a:ext>
            </a:extLst>
          </p:cNvPr>
          <p:cNvSpPr/>
          <p:nvPr userDrawn="1"/>
        </p:nvSpPr>
        <p:spPr>
          <a:xfrm rot="10800000">
            <a:off x="5869115" y="4530"/>
            <a:ext cx="911753" cy="911753"/>
          </a:xfrm>
          <a:prstGeom prst="triangl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6337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7418687-D621-0443-9593-F546524940B3}"/>
              </a:ext>
            </a:extLst>
          </p:cNvPr>
          <p:cNvSpPr/>
          <p:nvPr userDrawn="1"/>
        </p:nvSpPr>
        <p:spPr>
          <a:xfrm>
            <a:off x="413825" y="483781"/>
            <a:ext cx="11364350" cy="589043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2329" y="2031121"/>
            <a:ext cx="10452848" cy="3933150"/>
          </a:xfrm>
        </p:spPr>
        <p:txBody>
          <a:bodyPr/>
          <a:lstStyle>
            <a:lvl1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 marL="48691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66979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85267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103555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E885CA99-382D-3E4B-9C4E-B250026EF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329" y="893729"/>
            <a:ext cx="10452849" cy="910492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riangle 10">
            <a:extLst>
              <a:ext uri="{FF2B5EF4-FFF2-40B4-BE49-F238E27FC236}">
                <a16:creationId xmlns:a16="http://schemas.microsoft.com/office/drawing/2014/main" id="{6FFCA020-4282-7D4F-AD59-3DEA5E91ADAB}"/>
              </a:ext>
            </a:extLst>
          </p:cNvPr>
          <p:cNvSpPr/>
          <p:nvPr userDrawn="1"/>
        </p:nvSpPr>
        <p:spPr>
          <a:xfrm>
            <a:off x="10459099" y="5309445"/>
            <a:ext cx="1465933" cy="1465933"/>
          </a:xfrm>
          <a:prstGeom prst="triangl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riangle 11">
            <a:extLst>
              <a:ext uri="{FF2B5EF4-FFF2-40B4-BE49-F238E27FC236}">
                <a16:creationId xmlns:a16="http://schemas.microsoft.com/office/drawing/2014/main" id="{653A8DFA-7BAB-7F45-AC35-E4D26BDBC78A}"/>
              </a:ext>
            </a:extLst>
          </p:cNvPr>
          <p:cNvSpPr/>
          <p:nvPr userDrawn="1"/>
        </p:nvSpPr>
        <p:spPr>
          <a:xfrm rot="5400000">
            <a:off x="-48606" y="1085138"/>
            <a:ext cx="648200" cy="5276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293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7418687-D621-0443-9593-F546524940B3}"/>
              </a:ext>
            </a:extLst>
          </p:cNvPr>
          <p:cNvSpPr/>
          <p:nvPr userDrawn="1"/>
        </p:nvSpPr>
        <p:spPr>
          <a:xfrm>
            <a:off x="413825" y="483781"/>
            <a:ext cx="11364350" cy="589043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E885CA99-382D-3E4B-9C4E-B250026EF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329" y="893729"/>
            <a:ext cx="10452849" cy="910492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riangle 10">
            <a:extLst>
              <a:ext uri="{FF2B5EF4-FFF2-40B4-BE49-F238E27FC236}">
                <a16:creationId xmlns:a16="http://schemas.microsoft.com/office/drawing/2014/main" id="{6FFCA020-4282-7D4F-AD59-3DEA5E91ADAB}"/>
              </a:ext>
            </a:extLst>
          </p:cNvPr>
          <p:cNvSpPr/>
          <p:nvPr userDrawn="1"/>
        </p:nvSpPr>
        <p:spPr>
          <a:xfrm>
            <a:off x="10459099" y="5309445"/>
            <a:ext cx="1465933" cy="1465933"/>
          </a:xfrm>
          <a:prstGeom prst="triangl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riangle 11">
            <a:extLst>
              <a:ext uri="{FF2B5EF4-FFF2-40B4-BE49-F238E27FC236}">
                <a16:creationId xmlns:a16="http://schemas.microsoft.com/office/drawing/2014/main" id="{653A8DFA-7BAB-7F45-AC35-E4D26BDBC78A}"/>
              </a:ext>
            </a:extLst>
          </p:cNvPr>
          <p:cNvSpPr/>
          <p:nvPr userDrawn="1"/>
        </p:nvSpPr>
        <p:spPr>
          <a:xfrm rot="5400000">
            <a:off x="-48606" y="1085138"/>
            <a:ext cx="648200" cy="5276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7236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Whi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7418687-D621-0443-9593-F546524940B3}"/>
              </a:ext>
            </a:extLst>
          </p:cNvPr>
          <p:cNvSpPr/>
          <p:nvPr userDrawn="1"/>
        </p:nvSpPr>
        <p:spPr>
          <a:xfrm>
            <a:off x="413825" y="483781"/>
            <a:ext cx="11364350" cy="58904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riangle 10">
            <a:extLst>
              <a:ext uri="{FF2B5EF4-FFF2-40B4-BE49-F238E27FC236}">
                <a16:creationId xmlns:a16="http://schemas.microsoft.com/office/drawing/2014/main" id="{6FFCA020-4282-7D4F-AD59-3DEA5E91ADAB}"/>
              </a:ext>
            </a:extLst>
          </p:cNvPr>
          <p:cNvSpPr/>
          <p:nvPr userDrawn="1"/>
        </p:nvSpPr>
        <p:spPr>
          <a:xfrm>
            <a:off x="10459099" y="5309445"/>
            <a:ext cx="1465933" cy="1465933"/>
          </a:xfrm>
          <a:prstGeom prst="triangl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riangle 11">
            <a:extLst>
              <a:ext uri="{FF2B5EF4-FFF2-40B4-BE49-F238E27FC236}">
                <a16:creationId xmlns:a16="http://schemas.microsoft.com/office/drawing/2014/main" id="{653A8DFA-7BAB-7F45-AC35-E4D26BDBC78A}"/>
              </a:ext>
            </a:extLst>
          </p:cNvPr>
          <p:cNvSpPr/>
          <p:nvPr userDrawn="1"/>
        </p:nvSpPr>
        <p:spPr>
          <a:xfrm rot="5400000">
            <a:off x="-48606" y="1085137"/>
            <a:ext cx="648200" cy="5276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913F7CD6-7F0D-1C4F-AE97-8E76514EED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2329" y="2031121"/>
            <a:ext cx="10452848" cy="3933150"/>
          </a:xfrm>
        </p:spPr>
        <p:txBody>
          <a:bodyPr/>
          <a:lstStyle>
            <a:lvl1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48691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66979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85267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103555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itle 9">
            <a:extLst>
              <a:ext uri="{FF2B5EF4-FFF2-40B4-BE49-F238E27FC236}">
                <a16:creationId xmlns:a16="http://schemas.microsoft.com/office/drawing/2014/main" id="{FC3934F6-C727-0048-AD31-76E16E779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329" y="893729"/>
            <a:ext cx="10452849" cy="910492"/>
          </a:xfrm>
        </p:spPr>
        <p:txBody>
          <a:bodyPr anchor="ctr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802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Whi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7418687-D621-0443-9593-F546524940B3}"/>
              </a:ext>
            </a:extLst>
          </p:cNvPr>
          <p:cNvSpPr/>
          <p:nvPr userDrawn="1"/>
        </p:nvSpPr>
        <p:spPr>
          <a:xfrm>
            <a:off x="413825" y="483781"/>
            <a:ext cx="11364350" cy="58904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riangle 10">
            <a:extLst>
              <a:ext uri="{FF2B5EF4-FFF2-40B4-BE49-F238E27FC236}">
                <a16:creationId xmlns:a16="http://schemas.microsoft.com/office/drawing/2014/main" id="{6FFCA020-4282-7D4F-AD59-3DEA5E91ADAB}"/>
              </a:ext>
            </a:extLst>
          </p:cNvPr>
          <p:cNvSpPr/>
          <p:nvPr userDrawn="1"/>
        </p:nvSpPr>
        <p:spPr>
          <a:xfrm>
            <a:off x="10459099" y="5309445"/>
            <a:ext cx="1465933" cy="1465933"/>
          </a:xfrm>
          <a:prstGeom prst="triangl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riangle 11">
            <a:extLst>
              <a:ext uri="{FF2B5EF4-FFF2-40B4-BE49-F238E27FC236}">
                <a16:creationId xmlns:a16="http://schemas.microsoft.com/office/drawing/2014/main" id="{653A8DFA-7BAB-7F45-AC35-E4D26BDBC78A}"/>
              </a:ext>
            </a:extLst>
          </p:cNvPr>
          <p:cNvSpPr/>
          <p:nvPr userDrawn="1"/>
        </p:nvSpPr>
        <p:spPr>
          <a:xfrm rot="5400000">
            <a:off x="-48606" y="1085137"/>
            <a:ext cx="648200" cy="5276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itle 9">
            <a:extLst>
              <a:ext uri="{FF2B5EF4-FFF2-40B4-BE49-F238E27FC236}">
                <a16:creationId xmlns:a16="http://schemas.microsoft.com/office/drawing/2014/main" id="{FC3934F6-C727-0048-AD31-76E16E779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329" y="893729"/>
            <a:ext cx="10452849" cy="910492"/>
          </a:xfrm>
        </p:spPr>
        <p:txBody>
          <a:bodyPr anchor="ctr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9432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298B14A3-A5A4-2F4A-95D8-651E4818BB24}"/>
              </a:ext>
            </a:extLst>
          </p:cNvPr>
          <p:cNvSpPr/>
          <p:nvPr userDrawn="1"/>
        </p:nvSpPr>
        <p:spPr>
          <a:xfrm>
            <a:off x="413825" y="483781"/>
            <a:ext cx="11364350" cy="58904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Triangle 25">
            <a:extLst>
              <a:ext uri="{FF2B5EF4-FFF2-40B4-BE49-F238E27FC236}">
                <a16:creationId xmlns:a16="http://schemas.microsoft.com/office/drawing/2014/main" id="{FA21A50F-6662-5046-B75A-1261DC14ABFA}"/>
              </a:ext>
            </a:extLst>
          </p:cNvPr>
          <p:cNvSpPr/>
          <p:nvPr userDrawn="1"/>
        </p:nvSpPr>
        <p:spPr>
          <a:xfrm rot="5400000">
            <a:off x="-48606" y="1085137"/>
            <a:ext cx="648200" cy="5276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FDC47F2-EE1F-4644-989A-72996AC94A96}"/>
              </a:ext>
            </a:extLst>
          </p:cNvPr>
          <p:cNvGrpSpPr/>
          <p:nvPr userDrawn="1"/>
        </p:nvGrpSpPr>
        <p:grpSpPr>
          <a:xfrm>
            <a:off x="401408" y="1983214"/>
            <a:ext cx="5127171" cy="979022"/>
            <a:chOff x="417597" y="1992086"/>
            <a:chExt cx="5127171" cy="979022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86ED203-5311-5B45-870D-8D058E718B91}"/>
                </a:ext>
              </a:extLst>
            </p:cNvPr>
            <p:cNvSpPr/>
            <p:nvPr/>
          </p:nvSpPr>
          <p:spPr>
            <a:xfrm>
              <a:off x="417597" y="1992086"/>
              <a:ext cx="5127171" cy="70470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15" name="Triangle 14">
              <a:extLst>
                <a:ext uri="{FF2B5EF4-FFF2-40B4-BE49-F238E27FC236}">
                  <a16:creationId xmlns:a16="http://schemas.microsoft.com/office/drawing/2014/main" id="{DE2C0F56-426C-5F4D-AAFD-DF53CA60DB1F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2821824" y="2696788"/>
              <a:ext cx="318212" cy="274320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125" y="1984781"/>
            <a:ext cx="4639736" cy="703135"/>
          </a:xfrm>
        </p:spPr>
        <p:txBody>
          <a:bodyPr lIns="91440" rIns="91440" anchor="ctr">
            <a:normAutofit/>
          </a:bodyPr>
          <a:lstStyle>
            <a:lvl1pPr marL="0" indent="0" algn="ctr">
              <a:buNone/>
              <a:defRPr sz="2000" b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5125" y="3154858"/>
            <a:ext cx="4639736" cy="28700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EC9B82D-42A0-2549-AF1A-BB955578D14E}"/>
              </a:ext>
            </a:extLst>
          </p:cNvPr>
          <p:cNvGrpSpPr/>
          <p:nvPr userDrawn="1"/>
        </p:nvGrpSpPr>
        <p:grpSpPr>
          <a:xfrm>
            <a:off x="6663674" y="1983214"/>
            <a:ext cx="5127171" cy="979022"/>
            <a:chOff x="417597" y="1992086"/>
            <a:chExt cx="5127171" cy="979022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F986011-7709-A448-BC93-37507571BAF8}"/>
                </a:ext>
              </a:extLst>
            </p:cNvPr>
            <p:cNvSpPr/>
            <p:nvPr/>
          </p:nvSpPr>
          <p:spPr>
            <a:xfrm>
              <a:off x="417597" y="1992086"/>
              <a:ext cx="5127171" cy="70470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21" name="Triangle 20">
              <a:extLst>
                <a:ext uri="{FF2B5EF4-FFF2-40B4-BE49-F238E27FC236}">
                  <a16:creationId xmlns:a16="http://schemas.microsoft.com/office/drawing/2014/main" id="{97EFE62B-D2C4-6147-8593-BDB17D7FB781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2822076" y="2696788"/>
              <a:ext cx="318212" cy="274320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</p:grp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A343E295-0EB5-2B45-8B07-FB33A0D549D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907391" y="1984781"/>
            <a:ext cx="4639736" cy="703135"/>
          </a:xfrm>
        </p:spPr>
        <p:txBody>
          <a:bodyPr lIns="91440" rIns="91440" anchor="ctr">
            <a:normAutofit/>
          </a:bodyPr>
          <a:lstStyle>
            <a:lvl1pPr marL="0" indent="0" algn="ctr">
              <a:buNone/>
              <a:defRPr sz="2000" b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86411A82-4B2C-2345-940D-003FAE95661B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907391" y="3154858"/>
            <a:ext cx="4639736" cy="28700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1638DF-1560-0147-9FCE-648610243627}"/>
              </a:ext>
            </a:extLst>
          </p:cNvPr>
          <p:cNvCxnSpPr/>
          <p:nvPr userDrawn="1"/>
        </p:nvCxnSpPr>
        <p:spPr>
          <a:xfrm>
            <a:off x="6096000" y="2055833"/>
            <a:ext cx="0" cy="3813262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itle 9">
            <a:extLst>
              <a:ext uri="{FF2B5EF4-FFF2-40B4-BE49-F238E27FC236}">
                <a16:creationId xmlns:a16="http://schemas.microsoft.com/office/drawing/2014/main" id="{6500C466-2C7C-0F41-ADF8-F36158F8B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330" y="893729"/>
            <a:ext cx="10205573" cy="910492"/>
          </a:xfrm>
        </p:spPr>
        <p:txBody>
          <a:bodyPr anchor="ctr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3473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E5791F-3F71-BF44-BA4E-0B7D386184DC}"/>
              </a:ext>
            </a:extLst>
          </p:cNvPr>
          <p:cNvSpPr/>
          <p:nvPr userDrawn="1"/>
        </p:nvSpPr>
        <p:spPr>
          <a:xfrm>
            <a:off x="0" y="467833"/>
            <a:ext cx="11729822" cy="589043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riangle 6">
            <a:extLst>
              <a:ext uri="{FF2B5EF4-FFF2-40B4-BE49-F238E27FC236}">
                <a16:creationId xmlns:a16="http://schemas.microsoft.com/office/drawing/2014/main" id="{19AE2E01-52D8-994A-80AC-622260011952}"/>
              </a:ext>
            </a:extLst>
          </p:cNvPr>
          <p:cNvSpPr/>
          <p:nvPr userDrawn="1"/>
        </p:nvSpPr>
        <p:spPr>
          <a:xfrm>
            <a:off x="1915754" y="3684257"/>
            <a:ext cx="3112470" cy="3112470"/>
          </a:xfrm>
          <a:prstGeom prst="triangl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riangle 7">
            <a:extLst>
              <a:ext uri="{FF2B5EF4-FFF2-40B4-BE49-F238E27FC236}">
                <a16:creationId xmlns:a16="http://schemas.microsoft.com/office/drawing/2014/main" id="{B8F16C36-FC88-9044-8303-4AAB2C148BA5}"/>
              </a:ext>
            </a:extLst>
          </p:cNvPr>
          <p:cNvSpPr/>
          <p:nvPr userDrawn="1"/>
        </p:nvSpPr>
        <p:spPr>
          <a:xfrm>
            <a:off x="4668946" y="522786"/>
            <a:ext cx="718556" cy="718556"/>
          </a:xfrm>
          <a:prstGeom prst="triangle">
            <a:avLst/>
          </a:prstGeom>
          <a:pattFill prst="dkHorz">
            <a:fgClr>
              <a:schemeClr val="accent1"/>
            </a:fgClr>
            <a:bgClr>
              <a:schemeClr val="tx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DA0D001-BFE9-164E-A088-53FE53ABF51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5123378" cy="6864485"/>
          </a:xfrm>
          <a:custGeom>
            <a:avLst/>
            <a:gdLst>
              <a:gd name="connsiteX0" fmla="*/ 1602021 w 6096000"/>
              <a:gd name="connsiteY0" fmla="*/ 0 h 6858000"/>
              <a:gd name="connsiteX1" fmla="*/ 6096000 w 6096000"/>
              <a:gd name="connsiteY1" fmla="*/ 0 h 6858000"/>
              <a:gd name="connsiteX2" fmla="*/ 1612869 w 6096000"/>
              <a:gd name="connsiteY2" fmla="*/ 6841445 h 6858000"/>
              <a:gd name="connsiteX3" fmla="*/ 1612869 w 6096000"/>
              <a:gd name="connsiteY3" fmla="*/ 6858000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  <a:gd name="connsiteX6" fmla="*/ 1602021 w 6096000"/>
              <a:gd name="connsiteY6" fmla="*/ 0 h 6858000"/>
              <a:gd name="connsiteX0" fmla="*/ 1602021 w 6096000"/>
              <a:gd name="connsiteY0" fmla="*/ 0 h 6858000"/>
              <a:gd name="connsiteX1" fmla="*/ 6096000 w 6096000"/>
              <a:gd name="connsiteY1" fmla="*/ 0 h 6858000"/>
              <a:gd name="connsiteX2" fmla="*/ 2014112 w 6096000"/>
              <a:gd name="connsiteY2" fmla="*/ 6857657 h 6858000"/>
              <a:gd name="connsiteX3" fmla="*/ 1612869 w 6096000"/>
              <a:gd name="connsiteY3" fmla="*/ 6858000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  <a:gd name="connsiteX6" fmla="*/ 1602021 w 6096000"/>
              <a:gd name="connsiteY6" fmla="*/ 0 h 6858000"/>
              <a:gd name="connsiteX0" fmla="*/ 1602021 w 6096000"/>
              <a:gd name="connsiteY0" fmla="*/ 0 h 6864485"/>
              <a:gd name="connsiteX1" fmla="*/ 6096000 w 6096000"/>
              <a:gd name="connsiteY1" fmla="*/ 0 h 6864485"/>
              <a:gd name="connsiteX2" fmla="*/ 2014112 w 6096000"/>
              <a:gd name="connsiteY2" fmla="*/ 6857657 h 6864485"/>
              <a:gd name="connsiteX3" fmla="*/ 2033403 w 6096000"/>
              <a:gd name="connsiteY3" fmla="*/ 6864485 h 6864485"/>
              <a:gd name="connsiteX4" fmla="*/ 0 w 6096000"/>
              <a:gd name="connsiteY4" fmla="*/ 6858000 h 6864485"/>
              <a:gd name="connsiteX5" fmla="*/ 0 w 6096000"/>
              <a:gd name="connsiteY5" fmla="*/ 0 h 6864485"/>
              <a:gd name="connsiteX6" fmla="*/ 1602021 w 6096000"/>
              <a:gd name="connsiteY6" fmla="*/ 0 h 6864485"/>
              <a:gd name="connsiteX0" fmla="*/ 1602021 w 6096000"/>
              <a:gd name="connsiteY0" fmla="*/ 0 h 6864485"/>
              <a:gd name="connsiteX1" fmla="*/ 6096000 w 6096000"/>
              <a:gd name="connsiteY1" fmla="*/ 0 h 6864485"/>
              <a:gd name="connsiteX2" fmla="*/ 2014112 w 6096000"/>
              <a:gd name="connsiteY2" fmla="*/ 6857657 h 6864485"/>
              <a:gd name="connsiteX3" fmla="*/ 2002538 w 6096000"/>
              <a:gd name="connsiteY3" fmla="*/ 6864485 h 6864485"/>
              <a:gd name="connsiteX4" fmla="*/ 0 w 6096000"/>
              <a:gd name="connsiteY4" fmla="*/ 6858000 h 6864485"/>
              <a:gd name="connsiteX5" fmla="*/ 0 w 6096000"/>
              <a:gd name="connsiteY5" fmla="*/ 0 h 6864485"/>
              <a:gd name="connsiteX6" fmla="*/ 1602021 w 6096000"/>
              <a:gd name="connsiteY6" fmla="*/ 0 h 6864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4485">
                <a:moveTo>
                  <a:pt x="1602021" y="0"/>
                </a:moveTo>
                <a:lnTo>
                  <a:pt x="6096000" y="0"/>
                </a:lnTo>
                <a:lnTo>
                  <a:pt x="2014112" y="6857657"/>
                </a:lnTo>
                <a:lnTo>
                  <a:pt x="2002538" y="6864485"/>
                </a:lnTo>
                <a:lnTo>
                  <a:pt x="0" y="6858000"/>
                </a:lnTo>
                <a:lnTo>
                  <a:pt x="0" y="0"/>
                </a:lnTo>
                <a:lnTo>
                  <a:pt x="1602021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810C3D4C-012F-184D-B7D5-E89B7B9A72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06410" y="2679259"/>
            <a:ext cx="2988860" cy="1395208"/>
          </a:xfrm>
        </p:spPr>
        <p:txBody>
          <a:bodyPr lIns="0" anchor="ctr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D16862ED-2F5E-FE49-AB49-49CEC0EA33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18426" y="793580"/>
            <a:ext cx="3304279" cy="5270839"/>
          </a:xfrm>
        </p:spPr>
        <p:txBody>
          <a:bodyPr lIns="0" anchor="ctr">
            <a:normAutofit/>
          </a:bodyPr>
          <a:lstStyle>
            <a:lvl1pPr marL="285750" indent="-285750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spc="0">
                <a:solidFill>
                  <a:schemeClr val="bg1"/>
                </a:solidFill>
              </a:defRPr>
            </a:lvl1pPr>
            <a:lvl2pPr>
              <a:lnSpc>
                <a:spcPct val="150000"/>
              </a:lnSpc>
              <a:defRPr sz="1200" spc="0">
                <a:solidFill>
                  <a:schemeClr val="tx2"/>
                </a:solidFill>
              </a:defRPr>
            </a:lvl2pPr>
            <a:lvl3pPr>
              <a:lnSpc>
                <a:spcPct val="150000"/>
              </a:lnSpc>
              <a:defRPr sz="1200" spc="0">
                <a:solidFill>
                  <a:schemeClr val="tx2"/>
                </a:solidFill>
              </a:defRPr>
            </a:lvl3pPr>
            <a:lvl4pPr>
              <a:lnSpc>
                <a:spcPct val="150000"/>
              </a:lnSpc>
              <a:defRPr sz="1200" spc="0">
                <a:solidFill>
                  <a:schemeClr val="tx2"/>
                </a:solidFill>
              </a:defRPr>
            </a:lvl4pPr>
            <a:lvl5pPr>
              <a:lnSpc>
                <a:spcPct val="150000"/>
              </a:lnSpc>
              <a:defRPr sz="1200" spc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Text goes here</a:t>
            </a:r>
          </a:p>
        </p:txBody>
      </p:sp>
    </p:spTree>
    <p:extLst>
      <p:ext uri="{BB962C8B-B14F-4D97-AF65-F5344CB8AC3E}">
        <p14:creationId xmlns:p14="http://schemas.microsoft.com/office/powerpoint/2010/main" val="4159825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72A5F6-5449-2840-B48F-2AA85FE272A3}"/>
              </a:ext>
            </a:extLst>
          </p:cNvPr>
          <p:cNvSpPr/>
          <p:nvPr userDrawn="1"/>
        </p:nvSpPr>
        <p:spPr>
          <a:xfrm>
            <a:off x="0" y="0"/>
            <a:ext cx="3502598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riangle 5">
            <a:extLst>
              <a:ext uri="{FF2B5EF4-FFF2-40B4-BE49-F238E27FC236}">
                <a16:creationId xmlns:a16="http://schemas.microsoft.com/office/drawing/2014/main" id="{2B3A8339-6DA4-E549-AEA2-9512C53F064F}"/>
              </a:ext>
            </a:extLst>
          </p:cNvPr>
          <p:cNvSpPr/>
          <p:nvPr userDrawn="1"/>
        </p:nvSpPr>
        <p:spPr>
          <a:xfrm>
            <a:off x="3591475" y="5273069"/>
            <a:ext cx="1486666" cy="1486666"/>
          </a:xfrm>
          <a:prstGeom prst="triangle">
            <a:avLst/>
          </a:prstGeom>
          <a:pattFill prst="lgGrid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riangle 6">
            <a:extLst>
              <a:ext uri="{FF2B5EF4-FFF2-40B4-BE49-F238E27FC236}">
                <a16:creationId xmlns:a16="http://schemas.microsoft.com/office/drawing/2014/main" id="{752EA775-82B0-BA48-8CA2-7A09D72EC958}"/>
              </a:ext>
            </a:extLst>
          </p:cNvPr>
          <p:cNvSpPr/>
          <p:nvPr userDrawn="1"/>
        </p:nvSpPr>
        <p:spPr>
          <a:xfrm>
            <a:off x="76559" y="597553"/>
            <a:ext cx="562863" cy="562863"/>
          </a:xfrm>
          <a:prstGeom prst="triangle">
            <a:avLst/>
          </a:prstGeom>
          <a:pattFill prst="ltVert">
            <a:fgClr>
              <a:schemeClr val="accent1"/>
            </a:fgClr>
            <a:bgClr>
              <a:schemeClr val="tx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riangle 7">
            <a:extLst>
              <a:ext uri="{FF2B5EF4-FFF2-40B4-BE49-F238E27FC236}">
                <a16:creationId xmlns:a16="http://schemas.microsoft.com/office/drawing/2014/main" id="{2C6B50B5-10C1-4A40-9531-4F8DC16892F8}"/>
              </a:ext>
            </a:extLst>
          </p:cNvPr>
          <p:cNvSpPr/>
          <p:nvPr userDrawn="1"/>
        </p:nvSpPr>
        <p:spPr>
          <a:xfrm>
            <a:off x="357990" y="3814571"/>
            <a:ext cx="2960808" cy="2960808"/>
          </a:xfrm>
          <a:prstGeom prst="triangl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CAF18EC0-3F9F-6449-A2B2-A792B70BEA6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flipH="1">
            <a:off x="444819" y="597553"/>
            <a:ext cx="6063915" cy="6063915"/>
          </a:xfrm>
          <a:custGeom>
            <a:avLst/>
            <a:gdLst>
              <a:gd name="connsiteX0" fmla="*/ 0 w 6063915"/>
              <a:gd name="connsiteY0" fmla="*/ 0 h 6063915"/>
              <a:gd name="connsiteX1" fmla="*/ 6063915 w 6063915"/>
              <a:gd name="connsiteY1" fmla="*/ 0 h 6063915"/>
              <a:gd name="connsiteX2" fmla="*/ 3031957 w 6063915"/>
              <a:gd name="connsiteY2" fmla="*/ 6063915 h 6063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63915" h="6063915">
                <a:moveTo>
                  <a:pt x="0" y="0"/>
                </a:moveTo>
                <a:lnTo>
                  <a:pt x="6063915" y="0"/>
                </a:lnTo>
                <a:lnTo>
                  <a:pt x="3031957" y="6063915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68357860-E91C-1745-A5D1-921689BF47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76994" y="1535397"/>
            <a:ext cx="4845068" cy="1858617"/>
          </a:xfrm>
        </p:spPr>
        <p:txBody>
          <a:bodyPr anchor="b">
            <a:normAutofit/>
          </a:bodyPr>
          <a:lstStyle>
            <a:lvl1pPr algn="l">
              <a:defRPr sz="4800" i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094A3FA1-7F3F-2D41-ABE1-512FA9FC48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6996" y="3401899"/>
            <a:ext cx="4845066" cy="2107095"/>
          </a:xfrm>
        </p:spPr>
        <p:txBody>
          <a:bodyPr/>
          <a:lstStyle>
            <a:lvl1pPr marL="182880" indent="-182880" algn="l">
              <a:buClr>
                <a:srgbClr val="C5AE76"/>
              </a:buClr>
              <a:buFont typeface="Arial" panose="020B0604020202020204" pitchFamily="34" charset="0"/>
              <a:buChar char="•"/>
              <a:defRPr>
                <a:latin typeface="+mj-lt"/>
              </a:defRPr>
            </a:lvl1pPr>
            <a:lvl2pPr marL="384048" indent="-182880" algn="l">
              <a:buClr>
                <a:srgbClr val="C5AE76"/>
              </a:buClr>
              <a:buFont typeface="Arial" panose="020B0604020202020204" pitchFamily="34" charset="0"/>
              <a:buChar char="•"/>
              <a:defRPr>
                <a:latin typeface="+mj-lt"/>
              </a:defRPr>
            </a:lvl2pPr>
            <a:lvl3pPr marL="566928" indent="-182880" algn="l">
              <a:buClr>
                <a:srgbClr val="C5AE76"/>
              </a:buClr>
              <a:buFont typeface="Arial" panose="020B0604020202020204" pitchFamily="34" charset="0"/>
              <a:buChar char="•"/>
              <a:defRPr>
                <a:latin typeface="+mj-lt"/>
              </a:defRPr>
            </a:lvl3pPr>
            <a:lvl4pPr marL="749808" indent="-182880" algn="l">
              <a:buClr>
                <a:srgbClr val="C5AE76"/>
              </a:buClr>
              <a:buFont typeface="Arial" panose="020B0604020202020204" pitchFamily="34" charset="0"/>
              <a:buChar char="•"/>
              <a:defRPr>
                <a:latin typeface="+mj-lt"/>
              </a:defRPr>
            </a:lvl4pPr>
            <a:lvl5pPr marL="932688" indent="-182880" algn="l">
              <a:buClr>
                <a:srgbClr val="C5AE76"/>
              </a:buClr>
              <a:buFont typeface="Arial" panose="020B0604020202020204" pitchFamily="34" charset="0"/>
              <a:buChar char="•"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985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arrow 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4D4881A-F72E-2D4F-BC41-5D2839D87000}"/>
              </a:ext>
            </a:extLst>
          </p:cNvPr>
          <p:cNvSpPr/>
          <p:nvPr userDrawn="1"/>
        </p:nvSpPr>
        <p:spPr>
          <a:xfrm>
            <a:off x="4997302" y="0"/>
            <a:ext cx="7194698" cy="6879265"/>
          </a:xfrm>
          <a:custGeom>
            <a:avLst/>
            <a:gdLst>
              <a:gd name="connsiteX0" fmla="*/ 0 w 5004391"/>
              <a:gd name="connsiteY0" fmla="*/ 0 h 6858000"/>
              <a:gd name="connsiteX1" fmla="*/ 5004391 w 5004391"/>
              <a:gd name="connsiteY1" fmla="*/ 0 h 6858000"/>
              <a:gd name="connsiteX2" fmla="*/ 5004391 w 5004391"/>
              <a:gd name="connsiteY2" fmla="*/ 6858000 h 6858000"/>
              <a:gd name="connsiteX3" fmla="*/ 0 w 5004391"/>
              <a:gd name="connsiteY3" fmla="*/ 6858000 h 6858000"/>
              <a:gd name="connsiteX4" fmla="*/ 0 w 5004391"/>
              <a:gd name="connsiteY4" fmla="*/ 0 h 6858000"/>
              <a:gd name="connsiteX0" fmla="*/ 1424763 w 5004391"/>
              <a:gd name="connsiteY0" fmla="*/ 0 h 6858000"/>
              <a:gd name="connsiteX1" fmla="*/ 5004391 w 5004391"/>
              <a:gd name="connsiteY1" fmla="*/ 0 h 6858000"/>
              <a:gd name="connsiteX2" fmla="*/ 5004391 w 5004391"/>
              <a:gd name="connsiteY2" fmla="*/ 6858000 h 6858000"/>
              <a:gd name="connsiteX3" fmla="*/ 0 w 5004391"/>
              <a:gd name="connsiteY3" fmla="*/ 6858000 h 6858000"/>
              <a:gd name="connsiteX4" fmla="*/ 1424763 w 5004391"/>
              <a:gd name="connsiteY4" fmla="*/ 0 h 6858000"/>
              <a:gd name="connsiteX0" fmla="*/ 1275907 w 5004391"/>
              <a:gd name="connsiteY0" fmla="*/ 21265 h 6858000"/>
              <a:gd name="connsiteX1" fmla="*/ 5004391 w 5004391"/>
              <a:gd name="connsiteY1" fmla="*/ 0 h 6858000"/>
              <a:gd name="connsiteX2" fmla="*/ 5004391 w 5004391"/>
              <a:gd name="connsiteY2" fmla="*/ 6858000 h 6858000"/>
              <a:gd name="connsiteX3" fmla="*/ 0 w 5004391"/>
              <a:gd name="connsiteY3" fmla="*/ 6858000 h 6858000"/>
              <a:gd name="connsiteX4" fmla="*/ 1275907 w 5004391"/>
              <a:gd name="connsiteY4" fmla="*/ 21265 h 6858000"/>
              <a:gd name="connsiteX0" fmla="*/ 3466214 w 7194698"/>
              <a:gd name="connsiteY0" fmla="*/ 21265 h 6879265"/>
              <a:gd name="connsiteX1" fmla="*/ 7194698 w 7194698"/>
              <a:gd name="connsiteY1" fmla="*/ 0 h 6879265"/>
              <a:gd name="connsiteX2" fmla="*/ 7194698 w 7194698"/>
              <a:gd name="connsiteY2" fmla="*/ 6858000 h 6879265"/>
              <a:gd name="connsiteX3" fmla="*/ 0 w 7194698"/>
              <a:gd name="connsiteY3" fmla="*/ 6879265 h 6879265"/>
              <a:gd name="connsiteX4" fmla="*/ 3466214 w 7194698"/>
              <a:gd name="connsiteY4" fmla="*/ 21265 h 6879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94698" h="6879265">
                <a:moveTo>
                  <a:pt x="3466214" y="21265"/>
                </a:moveTo>
                <a:lnTo>
                  <a:pt x="7194698" y="0"/>
                </a:lnTo>
                <a:lnTo>
                  <a:pt x="7194698" y="6858000"/>
                </a:lnTo>
                <a:lnTo>
                  <a:pt x="0" y="6879265"/>
                </a:lnTo>
                <a:lnTo>
                  <a:pt x="3466214" y="2126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riangle 5">
            <a:extLst>
              <a:ext uri="{FF2B5EF4-FFF2-40B4-BE49-F238E27FC236}">
                <a16:creationId xmlns:a16="http://schemas.microsoft.com/office/drawing/2014/main" id="{214CA4B6-21BC-234A-9FAD-E362D7F194C4}"/>
              </a:ext>
            </a:extLst>
          </p:cNvPr>
          <p:cNvSpPr/>
          <p:nvPr userDrawn="1"/>
        </p:nvSpPr>
        <p:spPr>
          <a:xfrm>
            <a:off x="2571311" y="3814571"/>
            <a:ext cx="2960808" cy="2960808"/>
          </a:xfrm>
          <a:prstGeom prst="triangl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riangle 6">
            <a:extLst>
              <a:ext uri="{FF2B5EF4-FFF2-40B4-BE49-F238E27FC236}">
                <a16:creationId xmlns:a16="http://schemas.microsoft.com/office/drawing/2014/main" id="{815F04B4-E3C0-0845-8DEC-98C63E21B466}"/>
              </a:ext>
            </a:extLst>
          </p:cNvPr>
          <p:cNvSpPr/>
          <p:nvPr userDrawn="1"/>
        </p:nvSpPr>
        <p:spPr>
          <a:xfrm rot="10800000">
            <a:off x="2277396" y="3814571"/>
            <a:ext cx="1360968" cy="1360968"/>
          </a:xfrm>
          <a:prstGeom prst="triangle">
            <a:avLst/>
          </a:prstGeom>
          <a:pattFill prst="dkHorz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6850A90A-EBB3-314C-9D98-A4220E2739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flipH="1">
            <a:off x="2569281" y="330912"/>
            <a:ext cx="6217440" cy="6217440"/>
          </a:xfrm>
          <a:custGeom>
            <a:avLst/>
            <a:gdLst>
              <a:gd name="connsiteX0" fmla="*/ 0 w 6063915"/>
              <a:gd name="connsiteY0" fmla="*/ 0 h 6063915"/>
              <a:gd name="connsiteX1" fmla="*/ 6063915 w 6063915"/>
              <a:gd name="connsiteY1" fmla="*/ 0 h 6063915"/>
              <a:gd name="connsiteX2" fmla="*/ 3031957 w 6063915"/>
              <a:gd name="connsiteY2" fmla="*/ 6063915 h 6063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63915" h="6063915">
                <a:moveTo>
                  <a:pt x="0" y="0"/>
                </a:moveTo>
                <a:lnTo>
                  <a:pt x="6063915" y="0"/>
                </a:lnTo>
                <a:lnTo>
                  <a:pt x="3031957" y="6063915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3001923-8460-C64B-A54B-3221B8A6B8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58108" y="1957888"/>
            <a:ext cx="3815484" cy="1858617"/>
          </a:xfrm>
        </p:spPr>
        <p:txBody>
          <a:bodyPr anchor="b">
            <a:normAutofit/>
          </a:bodyPr>
          <a:lstStyle>
            <a:lvl1pPr algn="ctr">
              <a:defRPr sz="480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E64A275-2629-244A-A66F-FC140850C6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8110" y="3824390"/>
            <a:ext cx="3815482" cy="2107095"/>
          </a:xfrm>
        </p:spPr>
        <p:txBody>
          <a:bodyPr/>
          <a:lstStyle>
            <a:lvl1pPr marL="182880" indent="-182880" algn="ctr">
              <a:buClr>
                <a:srgbClr val="C5AE76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+mj-lt"/>
              </a:defRPr>
            </a:lvl1pPr>
            <a:lvl2pPr marL="384048" indent="-182880" algn="ctr">
              <a:buClr>
                <a:srgbClr val="C5AE76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+mj-lt"/>
              </a:defRPr>
            </a:lvl2pPr>
            <a:lvl3pPr marL="566928" indent="-182880" algn="ctr">
              <a:buClr>
                <a:srgbClr val="C5AE76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+mj-lt"/>
              </a:defRPr>
            </a:lvl3pPr>
            <a:lvl4pPr marL="749808" indent="-182880" algn="ctr">
              <a:buClr>
                <a:srgbClr val="C5AE76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+mj-lt"/>
              </a:defRPr>
            </a:lvl4pPr>
            <a:lvl5pPr marL="932688" indent="-182880" algn="ctr">
              <a:buClr>
                <a:srgbClr val="C5AE76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riangle 11">
            <a:extLst>
              <a:ext uri="{FF2B5EF4-FFF2-40B4-BE49-F238E27FC236}">
                <a16:creationId xmlns:a16="http://schemas.microsoft.com/office/drawing/2014/main" id="{520102B5-5695-C743-B30E-C92897B48D89}"/>
              </a:ext>
            </a:extLst>
          </p:cNvPr>
          <p:cNvSpPr/>
          <p:nvPr userDrawn="1"/>
        </p:nvSpPr>
        <p:spPr>
          <a:xfrm rot="16200000">
            <a:off x="11604063" y="3162897"/>
            <a:ext cx="648200" cy="5276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42201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Narrow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0D84E6-6DEA-1D4E-92C3-A360785A027B}"/>
              </a:ext>
            </a:extLst>
          </p:cNvPr>
          <p:cNvSpPr/>
          <p:nvPr userDrawn="1"/>
        </p:nvSpPr>
        <p:spPr>
          <a:xfrm>
            <a:off x="0" y="1730829"/>
            <a:ext cx="8229600" cy="34779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riangle 5">
            <a:extLst>
              <a:ext uri="{FF2B5EF4-FFF2-40B4-BE49-F238E27FC236}">
                <a16:creationId xmlns:a16="http://schemas.microsoft.com/office/drawing/2014/main" id="{C28500E9-800B-C94A-B6F9-F73D37B2D301}"/>
              </a:ext>
            </a:extLst>
          </p:cNvPr>
          <p:cNvSpPr/>
          <p:nvPr userDrawn="1"/>
        </p:nvSpPr>
        <p:spPr>
          <a:xfrm rot="10800000">
            <a:off x="8749091" y="0"/>
            <a:ext cx="3442907" cy="3112470"/>
          </a:xfrm>
          <a:prstGeom prst="triangl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riangle 6">
            <a:extLst>
              <a:ext uri="{FF2B5EF4-FFF2-40B4-BE49-F238E27FC236}">
                <a16:creationId xmlns:a16="http://schemas.microsoft.com/office/drawing/2014/main" id="{1EAD70A4-7AF0-7E4D-ABBC-34DD61D7B01E}"/>
              </a:ext>
            </a:extLst>
          </p:cNvPr>
          <p:cNvSpPr/>
          <p:nvPr userDrawn="1"/>
        </p:nvSpPr>
        <p:spPr>
          <a:xfrm rot="10800000">
            <a:off x="3727215" y="5551712"/>
            <a:ext cx="1424687" cy="1306288"/>
          </a:xfrm>
          <a:prstGeom prst="triangle">
            <a:avLst/>
          </a:prstGeom>
          <a:pattFill prst="lgGrid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9">
            <a:extLst>
              <a:ext uri="{FF2B5EF4-FFF2-40B4-BE49-F238E27FC236}">
                <a16:creationId xmlns:a16="http://schemas.microsoft.com/office/drawing/2014/main" id="{14C43A8B-650C-3B4B-9F8C-592CE9F26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25" y="2464270"/>
            <a:ext cx="5227376" cy="727700"/>
          </a:xfrm>
        </p:spPr>
        <p:txBody>
          <a:bodyPr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345C704-9538-984E-8D14-D6AEC9A4C42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68623" y="3265903"/>
            <a:ext cx="5227377" cy="1642386"/>
          </a:xfrm>
        </p:spPr>
        <p:txBody>
          <a:bodyPr lIns="91440" rIns="91440" anchor="t">
            <a:normAutofit/>
          </a:bodyPr>
          <a:lstStyle>
            <a:lvl1pPr marL="0" indent="0">
              <a:buNone/>
              <a:defRPr sz="2000" b="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647B5AD0-4AD4-9843-9C08-DEF894490A9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flipH="1">
            <a:off x="4593262" y="0"/>
            <a:ext cx="7598736" cy="6858000"/>
          </a:xfrm>
          <a:prstGeom prst="triangle">
            <a:avLst/>
          </a:prstGeom>
          <a:solidFill>
            <a:schemeClr val="accent1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riangle 13">
            <a:extLst>
              <a:ext uri="{FF2B5EF4-FFF2-40B4-BE49-F238E27FC236}">
                <a16:creationId xmlns:a16="http://schemas.microsoft.com/office/drawing/2014/main" id="{8795BE2D-99B1-FE49-84B1-C41E44A8AC0B}"/>
              </a:ext>
            </a:extLst>
          </p:cNvPr>
          <p:cNvSpPr/>
          <p:nvPr userDrawn="1"/>
        </p:nvSpPr>
        <p:spPr>
          <a:xfrm rot="5400000">
            <a:off x="-48606" y="2524533"/>
            <a:ext cx="648200" cy="5276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31557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with Image and Author N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34F14FD9-9995-BE48-8C0E-B1454B9F231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6012" y="0"/>
            <a:ext cx="7598735" cy="6858000"/>
          </a:xfrm>
          <a:custGeom>
            <a:avLst/>
            <a:gdLst>
              <a:gd name="connsiteX0" fmla="*/ 0 w 7598735"/>
              <a:gd name="connsiteY0" fmla="*/ 0 h 6858000"/>
              <a:gd name="connsiteX1" fmla="*/ 7598735 w 7598735"/>
              <a:gd name="connsiteY1" fmla="*/ 0 h 6858000"/>
              <a:gd name="connsiteX2" fmla="*/ 7598735 w 7598735"/>
              <a:gd name="connsiteY2" fmla="*/ 6858000 h 6858000"/>
              <a:gd name="connsiteX3" fmla="*/ 0 w 7598735"/>
              <a:gd name="connsiteY3" fmla="*/ 6858000 h 6858000"/>
              <a:gd name="connsiteX4" fmla="*/ 0 w 7598735"/>
              <a:gd name="connsiteY4" fmla="*/ 6378840 h 6858000"/>
              <a:gd name="connsiteX5" fmla="*/ 140333 w 7598735"/>
              <a:gd name="connsiteY5" fmla="*/ 6379536 h 6858000"/>
              <a:gd name="connsiteX6" fmla="*/ 3074919 w 7598735"/>
              <a:gd name="connsiteY6" fmla="*/ 489098 h 6858000"/>
              <a:gd name="connsiteX7" fmla="*/ 0 w 7598735"/>
              <a:gd name="connsiteY7" fmla="*/ 48004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8735" h="6858000">
                <a:moveTo>
                  <a:pt x="0" y="0"/>
                </a:moveTo>
                <a:lnTo>
                  <a:pt x="7598735" y="0"/>
                </a:lnTo>
                <a:lnTo>
                  <a:pt x="7598735" y="6858000"/>
                </a:lnTo>
                <a:lnTo>
                  <a:pt x="0" y="6858000"/>
                </a:lnTo>
                <a:lnTo>
                  <a:pt x="0" y="6378840"/>
                </a:lnTo>
                <a:lnTo>
                  <a:pt x="140333" y="6379536"/>
                </a:lnTo>
                <a:lnTo>
                  <a:pt x="3074919" y="489098"/>
                </a:lnTo>
                <a:lnTo>
                  <a:pt x="0" y="480044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BFAE6FFB-F37C-7040-87B6-654B2F44CE7A}"/>
              </a:ext>
            </a:extLst>
          </p:cNvPr>
          <p:cNvSpPr/>
          <p:nvPr userDrawn="1"/>
        </p:nvSpPr>
        <p:spPr>
          <a:xfrm>
            <a:off x="413825" y="463261"/>
            <a:ext cx="7347125" cy="5911703"/>
          </a:xfrm>
          <a:custGeom>
            <a:avLst/>
            <a:gdLst>
              <a:gd name="connsiteX0" fmla="*/ 125507 w 7347125"/>
              <a:gd name="connsiteY0" fmla="*/ 0 h 5911703"/>
              <a:gd name="connsiteX1" fmla="*/ 7347125 w 7347125"/>
              <a:gd name="connsiteY1" fmla="*/ 21265 h 5911703"/>
              <a:gd name="connsiteX2" fmla="*/ 4412539 w 7347125"/>
              <a:gd name="connsiteY2" fmla="*/ 5911703 h 5911703"/>
              <a:gd name="connsiteX3" fmla="*/ 1007798 w 7347125"/>
              <a:gd name="connsiteY3" fmla="*/ 5894815 h 5911703"/>
              <a:gd name="connsiteX4" fmla="*/ 1007798 w 7347125"/>
              <a:gd name="connsiteY4" fmla="*/ 5901070 h 5911703"/>
              <a:gd name="connsiteX5" fmla="*/ 0 w 7347125"/>
              <a:gd name="connsiteY5" fmla="*/ 5901070 h 5911703"/>
              <a:gd name="connsiteX6" fmla="*/ 0 w 7347125"/>
              <a:gd name="connsiteY6" fmla="*/ 10632 h 5911703"/>
              <a:gd name="connsiteX7" fmla="*/ 125507 w 7347125"/>
              <a:gd name="connsiteY7" fmla="*/ 10632 h 59117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47125" h="5911703">
                <a:moveTo>
                  <a:pt x="125507" y="0"/>
                </a:moveTo>
                <a:lnTo>
                  <a:pt x="7347125" y="21265"/>
                </a:lnTo>
                <a:lnTo>
                  <a:pt x="4412539" y="5911703"/>
                </a:lnTo>
                <a:lnTo>
                  <a:pt x="1007798" y="5894815"/>
                </a:lnTo>
                <a:lnTo>
                  <a:pt x="1007798" y="5901070"/>
                </a:lnTo>
                <a:lnTo>
                  <a:pt x="0" y="5901070"/>
                </a:lnTo>
                <a:lnTo>
                  <a:pt x="0" y="10632"/>
                </a:lnTo>
                <a:lnTo>
                  <a:pt x="125507" y="1063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8AB73D1-1AA1-4E44-A7DA-8C00D8E10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1501" y="1609159"/>
            <a:ext cx="4253334" cy="3639682"/>
          </a:xfrm>
        </p:spPr>
        <p:txBody>
          <a:bodyPr anchor="t">
            <a:normAutofit/>
          </a:bodyPr>
          <a:lstStyle>
            <a:lvl1pPr algn="l">
              <a:defRPr sz="3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Quote Goes Here</a:t>
            </a:r>
          </a:p>
        </p:txBody>
      </p:sp>
      <p:sp>
        <p:nvSpPr>
          <p:cNvPr id="13" name="Triangle 12">
            <a:extLst>
              <a:ext uri="{FF2B5EF4-FFF2-40B4-BE49-F238E27FC236}">
                <a16:creationId xmlns:a16="http://schemas.microsoft.com/office/drawing/2014/main" id="{611FC0D0-E6E4-7645-B0C7-97FB2012039D}"/>
              </a:ext>
            </a:extLst>
          </p:cNvPr>
          <p:cNvSpPr/>
          <p:nvPr userDrawn="1"/>
        </p:nvSpPr>
        <p:spPr>
          <a:xfrm rot="5400000">
            <a:off x="-48606" y="1669422"/>
            <a:ext cx="648200" cy="5276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19249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3F11B56-403C-AA43-BA54-5CD9A60BDDC5}"/>
              </a:ext>
            </a:extLst>
          </p:cNvPr>
          <p:cNvGrpSpPr/>
          <p:nvPr userDrawn="1"/>
        </p:nvGrpSpPr>
        <p:grpSpPr>
          <a:xfrm>
            <a:off x="0" y="-4353"/>
            <a:ext cx="6884691" cy="6862353"/>
            <a:chOff x="0" y="-4353"/>
            <a:chExt cx="6884691" cy="6862353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D8BAD61D-F455-9240-A0C6-DE4F40E47C29}"/>
                </a:ext>
              </a:extLst>
            </p:cNvPr>
            <p:cNvSpPr/>
            <p:nvPr userDrawn="1"/>
          </p:nvSpPr>
          <p:spPr>
            <a:xfrm>
              <a:off x="0" y="-4353"/>
              <a:ext cx="6884691" cy="6862353"/>
            </a:xfrm>
            <a:custGeom>
              <a:avLst/>
              <a:gdLst>
                <a:gd name="connsiteX0" fmla="*/ 0 w 6838726"/>
                <a:gd name="connsiteY0" fmla="*/ 0 h 6853468"/>
                <a:gd name="connsiteX1" fmla="*/ 6838726 w 6838726"/>
                <a:gd name="connsiteY1" fmla="*/ 20138 h 6853468"/>
                <a:gd name="connsiteX2" fmla="*/ 3434396 w 6838726"/>
                <a:gd name="connsiteY2" fmla="*/ 6853468 h 6853468"/>
                <a:gd name="connsiteX3" fmla="*/ 0 w 6838726"/>
                <a:gd name="connsiteY3" fmla="*/ 6836433 h 6853468"/>
                <a:gd name="connsiteX4" fmla="*/ 0 w 6838726"/>
                <a:gd name="connsiteY4" fmla="*/ 0 h 6853468"/>
                <a:gd name="connsiteX0" fmla="*/ 15156 w 6853882"/>
                <a:gd name="connsiteY0" fmla="*/ 0 h 6861693"/>
                <a:gd name="connsiteX1" fmla="*/ 6853882 w 6853882"/>
                <a:gd name="connsiteY1" fmla="*/ 20138 h 6861693"/>
                <a:gd name="connsiteX2" fmla="*/ 3449552 w 6853882"/>
                <a:gd name="connsiteY2" fmla="*/ 6853468 h 6861693"/>
                <a:gd name="connsiteX3" fmla="*/ 0 w 6853882"/>
                <a:gd name="connsiteY3" fmla="*/ 6861693 h 6861693"/>
                <a:gd name="connsiteX4" fmla="*/ 15156 w 6853882"/>
                <a:gd name="connsiteY4" fmla="*/ 0 h 6861693"/>
                <a:gd name="connsiteX0" fmla="*/ 15156 w 6853882"/>
                <a:gd name="connsiteY0" fmla="*/ 0 h 6863572"/>
                <a:gd name="connsiteX1" fmla="*/ 6853882 w 6853882"/>
                <a:gd name="connsiteY1" fmla="*/ 20138 h 6863572"/>
                <a:gd name="connsiteX2" fmla="*/ 3444500 w 6853882"/>
                <a:gd name="connsiteY2" fmla="*/ 6863572 h 6863572"/>
                <a:gd name="connsiteX3" fmla="*/ 0 w 6853882"/>
                <a:gd name="connsiteY3" fmla="*/ 6861693 h 6863572"/>
                <a:gd name="connsiteX4" fmla="*/ 15156 w 6853882"/>
                <a:gd name="connsiteY4" fmla="*/ 0 h 6863572"/>
                <a:gd name="connsiteX0" fmla="*/ 0 w 6866861"/>
                <a:gd name="connsiteY0" fmla="*/ 0 h 6856528"/>
                <a:gd name="connsiteX1" fmla="*/ 6866861 w 6866861"/>
                <a:gd name="connsiteY1" fmla="*/ 13094 h 6856528"/>
                <a:gd name="connsiteX2" fmla="*/ 3457479 w 6866861"/>
                <a:gd name="connsiteY2" fmla="*/ 6856528 h 6856528"/>
                <a:gd name="connsiteX3" fmla="*/ 12979 w 6866861"/>
                <a:gd name="connsiteY3" fmla="*/ 6854649 h 6856528"/>
                <a:gd name="connsiteX4" fmla="*/ 0 w 6866861"/>
                <a:gd name="connsiteY4" fmla="*/ 0 h 6856528"/>
                <a:gd name="connsiteX0" fmla="*/ 0 w 6893137"/>
                <a:gd name="connsiteY0" fmla="*/ 7922 h 6864450"/>
                <a:gd name="connsiteX1" fmla="*/ 6893137 w 6893137"/>
                <a:gd name="connsiteY1" fmla="*/ 0 h 6864450"/>
                <a:gd name="connsiteX2" fmla="*/ 3457479 w 6893137"/>
                <a:gd name="connsiteY2" fmla="*/ 6864450 h 6864450"/>
                <a:gd name="connsiteX3" fmla="*/ 12979 w 6893137"/>
                <a:gd name="connsiteY3" fmla="*/ 6862571 h 6864450"/>
                <a:gd name="connsiteX4" fmla="*/ 0 w 6893137"/>
                <a:gd name="connsiteY4" fmla="*/ 7922 h 6864450"/>
                <a:gd name="connsiteX0" fmla="*/ 0 w 6897755"/>
                <a:gd name="connsiteY0" fmla="*/ 0 h 6870380"/>
                <a:gd name="connsiteX1" fmla="*/ 6897755 w 6897755"/>
                <a:gd name="connsiteY1" fmla="*/ 5930 h 6870380"/>
                <a:gd name="connsiteX2" fmla="*/ 3462097 w 6897755"/>
                <a:gd name="connsiteY2" fmla="*/ 6870380 h 6870380"/>
                <a:gd name="connsiteX3" fmla="*/ 17597 w 6897755"/>
                <a:gd name="connsiteY3" fmla="*/ 6868501 h 6870380"/>
                <a:gd name="connsiteX4" fmla="*/ 0 w 6897755"/>
                <a:gd name="connsiteY4" fmla="*/ 0 h 6870380"/>
                <a:gd name="connsiteX0" fmla="*/ 9234 w 6880863"/>
                <a:gd name="connsiteY0" fmla="*/ 0 h 6866017"/>
                <a:gd name="connsiteX1" fmla="*/ 6880863 w 6880863"/>
                <a:gd name="connsiteY1" fmla="*/ 1567 h 6866017"/>
                <a:gd name="connsiteX2" fmla="*/ 3445205 w 6880863"/>
                <a:gd name="connsiteY2" fmla="*/ 6866017 h 6866017"/>
                <a:gd name="connsiteX3" fmla="*/ 705 w 6880863"/>
                <a:gd name="connsiteY3" fmla="*/ 6864138 h 6866017"/>
                <a:gd name="connsiteX4" fmla="*/ 9234 w 6880863"/>
                <a:gd name="connsiteY4" fmla="*/ 0 h 6866017"/>
                <a:gd name="connsiteX0" fmla="*/ 0 w 6884692"/>
                <a:gd name="connsiteY0" fmla="*/ 0 h 6883465"/>
                <a:gd name="connsiteX1" fmla="*/ 6884692 w 6884692"/>
                <a:gd name="connsiteY1" fmla="*/ 19015 h 6883465"/>
                <a:gd name="connsiteX2" fmla="*/ 3449034 w 6884692"/>
                <a:gd name="connsiteY2" fmla="*/ 6883465 h 6883465"/>
                <a:gd name="connsiteX3" fmla="*/ 4534 w 6884692"/>
                <a:gd name="connsiteY3" fmla="*/ 6881586 h 6883465"/>
                <a:gd name="connsiteX4" fmla="*/ 0 w 6884692"/>
                <a:gd name="connsiteY4" fmla="*/ 0 h 6883465"/>
                <a:gd name="connsiteX0" fmla="*/ 9234 w 6880863"/>
                <a:gd name="connsiteY0" fmla="*/ 0 h 6879102"/>
                <a:gd name="connsiteX1" fmla="*/ 6880863 w 6880863"/>
                <a:gd name="connsiteY1" fmla="*/ 14652 h 6879102"/>
                <a:gd name="connsiteX2" fmla="*/ 3445205 w 6880863"/>
                <a:gd name="connsiteY2" fmla="*/ 6879102 h 6879102"/>
                <a:gd name="connsiteX3" fmla="*/ 705 w 6880863"/>
                <a:gd name="connsiteY3" fmla="*/ 6877223 h 6879102"/>
                <a:gd name="connsiteX4" fmla="*/ 9234 w 6880863"/>
                <a:gd name="connsiteY4" fmla="*/ 0 h 6879102"/>
                <a:gd name="connsiteX0" fmla="*/ 0 w 6884691"/>
                <a:gd name="connsiteY0" fmla="*/ 0 h 6874740"/>
                <a:gd name="connsiteX1" fmla="*/ 6884691 w 6884691"/>
                <a:gd name="connsiteY1" fmla="*/ 10290 h 6874740"/>
                <a:gd name="connsiteX2" fmla="*/ 3449033 w 6884691"/>
                <a:gd name="connsiteY2" fmla="*/ 6874740 h 6874740"/>
                <a:gd name="connsiteX3" fmla="*/ 4533 w 6884691"/>
                <a:gd name="connsiteY3" fmla="*/ 6872861 h 6874740"/>
                <a:gd name="connsiteX4" fmla="*/ 0 w 6884691"/>
                <a:gd name="connsiteY4" fmla="*/ 0 h 6874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4691" h="6874740">
                  <a:moveTo>
                    <a:pt x="0" y="0"/>
                  </a:moveTo>
                  <a:lnTo>
                    <a:pt x="6884691" y="10290"/>
                  </a:lnTo>
                  <a:lnTo>
                    <a:pt x="3449033" y="6874740"/>
                  </a:lnTo>
                  <a:lnTo>
                    <a:pt x="4533" y="6872861"/>
                  </a:lnTo>
                  <a:cubicBezTo>
                    <a:pt x="207" y="4587978"/>
                    <a:pt x="4326" y="2284883"/>
                    <a:pt x="0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Triangle 6">
              <a:extLst>
                <a:ext uri="{FF2B5EF4-FFF2-40B4-BE49-F238E27FC236}">
                  <a16:creationId xmlns:a16="http://schemas.microsoft.com/office/drawing/2014/main" id="{75004ACB-4E38-6449-B733-0C6A6BC40ADD}"/>
                </a:ext>
              </a:extLst>
            </p:cNvPr>
            <p:cNvSpPr/>
            <p:nvPr userDrawn="1"/>
          </p:nvSpPr>
          <p:spPr>
            <a:xfrm>
              <a:off x="3641197" y="5941716"/>
              <a:ext cx="911753" cy="911753"/>
            </a:xfrm>
            <a:prstGeom prst="triangl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Triangle 7">
              <a:extLst>
                <a:ext uri="{FF2B5EF4-FFF2-40B4-BE49-F238E27FC236}">
                  <a16:creationId xmlns:a16="http://schemas.microsoft.com/office/drawing/2014/main" id="{6A52034F-1EDC-3040-A1B3-B572FC286C20}"/>
                </a:ext>
              </a:extLst>
            </p:cNvPr>
            <p:cNvSpPr/>
            <p:nvPr userDrawn="1"/>
          </p:nvSpPr>
          <p:spPr>
            <a:xfrm rot="10800000">
              <a:off x="4944403" y="174432"/>
              <a:ext cx="1590022" cy="1590022"/>
            </a:xfrm>
            <a:prstGeom prst="triangl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1877EC85-9CA1-EB4F-A9AC-2C02CB5208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988" y="1954400"/>
            <a:ext cx="4393415" cy="3002359"/>
          </a:xfrm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12" name="Triangle 11">
            <a:extLst>
              <a:ext uri="{FF2B5EF4-FFF2-40B4-BE49-F238E27FC236}">
                <a16:creationId xmlns:a16="http://schemas.microsoft.com/office/drawing/2014/main" id="{FD910B80-BD19-CF49-AB0B-1C5DEECEDED5}"/>
              </a:ext>
            </a:extLst>
          </p:cNvPr>
          <p:cNvSpPr/>
          <p:nvPr userDrawn="1"/>
        </p:nvSpPr>
        <p:spPr>
          <a:xfrm rot="5400000">
            <a:off x="-48606" y="3165163"/>
            <a:ext cx="648200" cy="5276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50328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15DFD37-81D5-5742-B09A-5D4CBF48B7EA}"/>
              </a:ext>
            </a:extLst>
          </p:cNvPr>
          <p:cNvGrpSpPr/>
          <p:nvPr userDrawn="1"/>
        </p:nvGrpSpPr>
        <p:grpSpPr>
          <a:xfrm rot="10800000">
            <a:off x="5294245" y="0"/>
            <a:ext cx="6897755" cy="6858000"/>
            <a:chOff x="-17598" y="0"/>
            <a:chExt cx="6897755" cy="6858000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00CF4E43-4A68-664C-B973-2FE49DC7733D}"/>
                </a:ext>
              </a:extLst>
            </p:cNvPr>
            <p:cNvSpPr/>
            <p:nvPr userDrawn="1"/>
          </p:nvSpPr>
          <p:spPr>
            <a:xfrm>
              <a:off x="-17598" y="0"/>
              <a:ext cx="6897755" cy="6858000"/>
            </a:xfrm>
            <a:custGeom>
              <a:avLst/>
              <a:gdLst>
                <a:gd name="connsiteX0" fmla="*/ 0 w 6838726"/>
                <a:gd name="connsiteY0" fmla="*/ 0 h 6853468"/>
                <a:gd name="connsiteX1" fmla="*/ 6838726 w 6838726"/>
                <a:gd name="connsiteY1" fmla="*/ 20138 h 6853468"/>
                <a:gd name="connsiteX2" fmla="*/ 3434396 w 6838726"/>
                <a:gd name="connsiteY2" fmla="*/ 6853468 h 6853468"/>
                <a:gd name="connsiteX3" fmla="*/ 0 w 6838726"/>
                <a:gd name="connsiteY3" fmla="*/ 6836433 h 6853468"/>
                <a:gd name="connsiteX4" fmla="*/ 0 w 6838726"/>
                <a:gd name="connsiteY4" fmla="*/ 0 h 6853468"/>
                <a:gd name="connsiteX0" fmla="*/ 15156 w 6853882"/>
                <a:gd name="connsiteY0" fmla="*/ 0 h 6861693"/>
                <a:gd name="connsiteX1" fmla="*/ 6853882 w 6853882"/>
                <a:gd name="connsiteY1" fmla="*/ 20138 h 6861693"/>
                <a:gd name="connsiteX2" fmla="*/ 3449552 w 6853882"/>
                <a:gd name="connsiteY2" fmla="*/ 6853468 h 6861693"/>
                <a:gd name="connsiteX3" fmla="*/ 0 w 6853882"/>
                <a:gd name="connsiteY3" fmla="*/ 6861693 h 6861693"/>
                <a:gd name="connsiteX4" fmla="*/ 15156 w 6853882"/>
                <a:gd name="connsiteY4" fmla="*/ 0 h 6861693"/>
                <a:gd name="connsiteX0" fmla="*/ 15156 w 6853882"/>
                <a:gd name="connsiteY0" fmla="*/ 0 h 6863572"/>
                <a:gd name="connsiteX1" fmla="*/ 6853882 w 6853882"/>
                <a:gd name="connsiteY1" fmla="*/ 20138 h 6863572"/>
                <a:gd name="connsiteX2" fmla="*/ 3444500 w 6853882"/>
                <a:gd name="connsiteY2" fmla="*/ 6863572 h 6863572"/>
                <a:gd name="connsiteX3" fmla="*/ 0 w 6853882"/>
                <a:gd name="connsiteY3" fmla="*/ 6861693 h 6863572"/>
                <a:gd name="connsiteX4" fmla="*/ 15156 w 6853882"/>
                <a:gd name="connsiteY4" fmla="*/ 0 h 6863572"/>
                <a:gd name="connsiteX0" fmla="*/ 0 w 6866861"/>
                <a:gd name="connsiteY0" fmla="*/ 0 h 6856528"/>
                <a:gd name="connsiteX1" fmla="*/ 6866861 w 6866861"/>
                <a:gd name="connsiteY1" fmla="*/ 13094 h 6856528"/>
                <a:gd name="connsiteX2" fmla="*/ 3457479 w 6866861"/>
                <a:gd name="connsiteY2" fmla="*/ 6856528 h 6856528"/>
                <a:gd name="connsiteX3" fmla="*/ 12979 w 6866861"/>
                <a:gd name="connsiteY3" fmla="*/ 6854649 h 6856528"/>
                <a:gd name="connsiteX4" fmla="*/ 0 w 6866861"/>
                <a:gd name="connsiteY4" fmla="*/ 0 h 6856528"/>
                <a:gd name="connsiteX0" fmla="*/ 0 w 6893137"/>
                <a:gd name="connsiteY0" fmla="*/ 7922 h 6864450"/>
                <a:gd name="connsiteX1" fmla="*/ 6893137 w 6893137"/>
                <a:gd name="connsiteY1" fmla="*/ 0 h 6864450"/>
                <a:gd name="connsiteX2" fmla="*/ 3457479 w 6893137"/>
                <a:gd name="connsiteY2" fmla="*/ 6864450 h 6864450"/>
                <a:gd name="connsiteX3" fmla="*/ 12979 w 6893137"/>
                <a:gd name="connsiteY3" fmla="*/ 6862571 h 6864450"/>
                <a:gd name="connsiteX4" fmla="*/ 0 w 6893137"/>
                <a:gd name="connsiteY4" fmla="*/ 7922 h 6864450"/>
                <a:gd name="connsiteX0" fmla="*/ 0 w 6897755"/>
                <a:gd name="connsiteY0" fmla="*/ 0 h 6870380"/>
                <a:gd name="connsiteX1" fmla="*/ 6897755 w 6897755"/>
                <a:gd name="connsiteY1" fmla="*/ 5930 h 6870380"/>
                <a:gd name="connsiteX2" fmla="*/ 3462097 w 6897755"/>
                <a:gd name="connsiteY2" fmla="*/ 6870380 h 6870380"/>
                <a:gd name="connsiteX3" fmla="*/ 17597 w 6897755"/>
                <a:gd name="connsiteY3" fmla="*/ 6868501 h 6870380"/>
                <a:gd name="connsiteX4" fmla="*/ 0 w 6897755"/>
                <a:gd name="connsiteY4" fmla="*/ 0 h 6870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7755" h="6870380">
                  <a:moveTo>
                    <a:pt x="0" y="0"/>
                  </a:moveTo>
                  <a:lnTo>
                    <a:pt x="6897755" y="5930"/>
                  </a:lnTo>
                  <a:lnTo>
                    <a:pt x="3462097" y="6870380"/>
                  </a:lnTo>
                  <a:lnTo>
                    <a:pt x="17597" y="6868501"/>
                  </a:lnTo>
                  <a:cubicBezTo>
                    <a:pt x="13271" y="4583618"/>
                    <a:pt x="4326" y="2284883"/>
                    <a:pt x="0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Triangle 12">
              <a:extLst>
                <a:ext uri="{FF2B5EF4-FFF2-40B4-BE49-F238E27FC236}">
                  <a16:creationId xmlns:a16="http://schemas.microsoft.com/office/drawing/2014/main" id="{AFAD3D76-9126-CC42-90B0-5BF85DC91E3E}"/>
                </a:ext>
              </a:extLst>
            </p:cNvPr>
            <p:cNvSpPr/>
            <p:nvPr userDrawn="1"/>
          </p:nvSpPr>
          <p:spPr>
            <a:xfrm>
              <a:off x="3641197" y="5941716"/>
              <a:ext cx="911753" cy="911753"/>
            </a:xfrm>
            <a:prstGeom prst="triangl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Triangle 13">
              <a:extLst>
                <a:ext uri="{FF2B5EF4-FFF2-40B4-BE49-F238E27FC236}">
                  <a16:creationId xmlns:a16="http://schemas.microsoft.com/office/drawing/2014/main" id="{9D011AB3-8218-AE4F-9DF7-810A1B45C453}"/>
                </a:ext>
              </a:extLst>
            </p:cNvPr>
            <p:cNvSpPr/>
            <p:nvPr userDrawn="1"/>
          </p:nvSpPr>
          <p:spPr>
            <a:xfrm rot="10800000">
              <a:off x="4944403" y="174432"/>
              <a:ext cx="1590022" cy="1590022"/>
            </a:xfrm>
            <a:prstGeom prst="triangl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877EC85-9CA1-EB4F-A9AC-2C02CB5208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75272" y="1954400"/>
            <a:ext cx="3889053" cy="3002359"/>
          </a:xfrm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9" name="Triangle 8">
            <a:extLst>
              <a:ext uri="{FF2B5EF4-FFF2-40B4-BE49-F238E27FC236}">
                <a16:creationId xmlns:a16="http://schemas.microsoft.com/office/drawing/2014/main" id="{D84320FE-42A3-294B-AAE0-3D16A63E3599}"/>
              </a:ext>
            </a:extLst>
          </p:cNvPr>
          <p:cNvSpPr/>
          <p:nvPr userDrawn="1"/>
        </p:nvSpPr>
        <p:spPr>
          <a:xfrm rot="16200000">
            <a:off x="11604063" y="3162897"/>
            <a:ext cx="648200" cy="5276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7437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3315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85" r:id="rId2"/>
    <p:sldLayoutId id="2147483783" r:id="rId3"/>
    <p:sldLayoutId id="2147483765" r:id="rId4"/>
    <p:sldLayoutId id="2147483787" r:id="rId5"/>
    <p:sldLayoutId id="2147483784" r:id="rId6"/>
    <p:sldLayoutId id="2147483786" r:id="rId7"/>
    <p:sldLayoutId id="2147483774" r:id="rId8"/>
    <p:sldLayoutId id="2147483781" r:id="rId9"/>
    <p:sldLayoutId id="2147483779" r:id="rId10"/>
    <p:sldLayoutId id="2147483780" r:id="rId11"/>
    <p:sldLayoutId id="2147483778" r:id="rId12"/>
    <p:sldLayoutId id="2147483777" r:id="rId13"/>
    <p:sldLayoutId id="2147483776" r:id="rId14"/>
    <p:sldLayoutId id="2147483782" r:id="rId1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0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reti-aroundtheworldinenglish.blogspot.com/2014/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isasterphilanthropy.org/blog/what-were-watching-weekly-disaster-update-march-23/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e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E7C09F3-1BE8-0445-A3C4-9C100D32B8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9334" y="727107"/>
            <a:ext cx="5369563" cy="3566160"/>
          </a:xfrm>
        </p:spPr>
        <p:txBody>
          <a:bodyPr/>
          <a:lstStyle/>
          <a:p>
            <a:r>
              <a:rPr lang="en-US" b="1" u="sng" dirty="0"/>
              <a:t>DISASTER</a:t>
            </a:r>
            <a:br>
              <a:rPr lang="en-US" b="1" u="sng" dirty="0"/>
            </a:br>
            <a:r>
              <a:rPr lang="en-US" b="1" u="sng" dirty="0"/>
              <a:t>MANAGEMENT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C770EE27-FD77-894D-9D88-F5A548E1DC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3424" y="4513282"/>
            <a:ext cx="4567608" cy="708234"/>
          </a:xfrm>
        </p:spPr>
        <p:txBody>
          <a:bodyPr>
            <a:normAutofit/>
          </a:bodyPr>
          <a:lstStyle/>
          <a:p>
            <a:r>
              <a:rPr lang="en-US" sz="2400" b="1" dirty="0"/>
              <a:t>TEAM : BELLICOSE</a:t>
            </a:r>
          </a:p>
          <a:p>
            <a:endParaRPr lang="en-US" sz="2400" b="1" dirty="0"/>
          </a:p>
        </p:txBody>
      </p:sp>
      <p:pic>
        <p:nvPicPr>
          <p:cNvPr id="16" name="Picture Placeholder 15" descr="people looking at floorplan">
            <a:extLst>
              <a:ext uri="{FF2B5EF4-FFF2-40B4-BE49-F238E27FC236}">
                <a16:creationId xmlns:a16="http://schemas.microsoft.com/office/drawing/2014/main" id="{DAC60D5D-D287-9B45-9F54-93A410AFF14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64110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2D7F6A80-08DF-8645-A4CD-7D0B49A3B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BELLICOSE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613A2D6-52A2-8C4D-985E-CB4BEE6B29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Akhilesh </a:t>
            </a:r>
            <a:r>
              <a:rPr lang="en-US" dirty="0" err="1"/>
              <a:t>Padiyar</a:t>
            </a:r>
            <a:endParaRPr lang="en-US" dirty="0"/>
          </a:p>
          <a:p>
            <a:r>
              <a:rPr lang="en-US" dirty="0"/>
              <a:t>Ayush Bhandari</a:t>
            </a:r>
          </a:p>
          <a:p>
            <a:r>
              <a:rPr lang="en-US" dirty="0"/>
              <a:t>Ajay Rana</a:t>
            </a:r>
          </a:p>
          <a:p>
            <a:endParaRPr lang="en-US" dirty="0"/>
          </a:p>
        </p:txBody>
      </p:sp>
      <p:pic>
        <p:nvPicPr>
          <p:cNvPr id="28" name="Picture Placeholder 27" descr="woman looking down">
            <a:extLst>
              <a:ext uri="{FF2B5EF4-FFF2-40B4-BE49-F238E27FC236}">
                <a16:creationId xmlns:a16="http://schemas.microsoft.com/office/drawing/2014/main" id="{9E319FF9-B321-9D4B-AA89-6EFE572936E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444819" y="597553"/>
            <a:ext cx="6063915" cy="6063915"/>
          </a:xfrm>
        </p:spPr>
      </p:pic>
    </p:spTree>
    <p:extLst>
      <p:ext uri="{BB962C8B-B14F-4D97-AF65-F5344CB8AC3E}">
        <p14:creationId xmlns:p14="http://schemas.microsoft.com/office/powerpoint/2010/main" val="307285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B51C228-B9D7-6F4B-9504-969693D47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1736" y="1417320"/>
            <a:ext cx="4690872" cy="4919473"/>
          </a:xfrm>
        </p:spPr>
        <p:txBody>
          <a:bodyPr>
            <a:no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400" b="1" dirty="0"/>
              <a:t>2.3 Trillion USD</a:t>
            </a:r>
            <a:br>
              <a:rPr lang="en-US" sz="2400" b="1" dirty="0"/>
            </a:br>
            <a:r>
              <a:rPr lang="en-US" sz="2400" dirty="0"/>
              <a:t>Annual global disaster costs have surged to unprecedented levels.</a:t>
            </a:r>
            <a:br>
              <a:rPr lang="en-US" sz="2400" dirty="0"/>
            </a:br>
            <a:br>
              <a:rPr lang="en-US" sz="2400" dirty="0"/>
            </a:br>
            <a:r>
              <a:rPr lang="en-US" sz="2400" b="1" dirty="0"/>
              <a:t>300+ Major Events</a:t>
            </a:r>
            <a:br>
              <a:rPr lang="en-US" sz="2400" b="1" dirty="0"/>
            </a:br>
            <a:r>
              <a:rPr lang="en-US" sz="2400" dirty="0"/>
              <a:t>Significant disasters strike annually across all continents</a:t>
            </a:r>
            <a:br>
              <a:rPr lang="en-US" sz="2400" dirty="0"/>
            </a:br>
            <a:br>
              <a:rPr lang="en-US" sz="2400" dirty="0"/>
            </a:br>
            <a:r>
              <a:rPr lang="en-US" sz="2400" b="1" dirty="0"/>
              <a:t>5× Increase</a:t>
            </a:r>
            <a:br>
              <a:rPr lang="en-US" sz="2400" b="1" dirty="0"/>
            </a:br>
            <a:r>
              <a:rPr lang="en-US" sz="2400" dirty="0"/>
              <a:t>Disaster frequency multiplied fivefold over the past 50 years</a:t>
            </a:r>
            <a:br>
              <a:rPr lang="en-US" sz="2400" dirty="0"/>
            </a:br>
            <a:endParaRPr lang="en-US" sz="2400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96C2D41F-CF8B-9316-997F-336B44865DD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 flipH="1">
            <a:off x="0" y="0"/>
            <a:ext cx="8119872" cy="6859110"/>
          </a:xfrm>
        </p:spPr>
      </p:pic>
    </p:spTree>
    <p:extLst>
      <p:ext uri="{BB962C8B-B14F-4D97-AF65-F5344CB8AC3E}">
        <p14:creationId xmlns:p14="http://schemas.microsoft.com/office/powerpoint/2010/main" val="1283988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CB5DE7-C0EC-D942-81AE-50AB9E5F55A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56248" y="1773936"/>
            <a:ext cx="3805169" cy="4192560"/>
          </a:xfrm>
        </p:spPr>
        <p:txBody>
          <a:bodyPr>
            <a:normAutofit/>
          </a:bodyPr>
          <a:lstStyle/>
          <a:p>
            <a:r>
              <a:rPr lang="en-US" b="1" dirty="0"/>
              <a:t>Event Occurs</a:t>
            </a:r>
          </a:p>
          <a:p>
            <a:pPr marL="0" indent="0">
              <a:buNone/>
            </a:pPr>
            <a:r>
              <a:rPr lang="en-US" dirty="0"/>
              <a:t>	Disaster strikes unnoticed</a:t>
            </a:r>
          </a:p>
          <a:p>
            <a:r>
              <a:rPr lang="en-US" b="1" dirty="0"/>
              <a:t>Witness Calls</a:t>
            </a:r>
          </a:p>
          <a:p>
            <a:pPr marL="0" indent="0">
              <a:buNone/>
            </a:pPr>
            <a:r>
              <a:rPr lang="en-US" dirty="0"/>
              <a:t>	Someone must see and report</a:t>
            </a:r>
          </a:p>
          <a:p>
            <a:r>
              <a:rPr lang="en-US" b="1" dirty="0"/>
              <a:t>Manual Entry</a:t>
            </a:r>
          </a:p>
          <a:p>
            <a:pPr marL="0" indent="0">
              <a:buNone/>
            </a:pPr>
            <a:r>
              <a:rPr lang="en-US" dirty="0"/>
              <a:t>	Time delays in verification</a:t>
            </a:r>
          </a:p>
          <a:p>
            <a:r>
              <a:rPr lang="en-US" b="1" dirty="0"/>
              <a:t>Response</a:t>
            </a:r>
          </a:p>
          <a:p>
            <a:pPr marL="0" indent="0">
              <a:buNone/>
            </a:pPr>
            <a:r>
              <a:rPr lang="en-US" dirty="0"/>
              <a:t>	Minutes lost matter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26B42F7-F3FD-6E4D-C29F-C3079BD4A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6584" y="1003893"/>
            <a:ext cx="5789734" cy="118152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Current Reality: Manual Reporting</a:t>
            </a:r>
            <a:br>
              <a:rPr lang="en-US" b="1" dirty="0"/>
            </a:br>
            <a:endParaRPr lang="en-IN" dirty="0"/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7FCEF934-AB84-A8C4-6847-FD7179E6372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3068" r="13068"/>
          <a:stretch>
            <a:fillRect/>
          </a:stretch>
        </p:blipFill>
        <p:spPr>
          <a:xfrm>
            <a:off x="0" y="-6350"/>
            <a:ext cx="7231964" cy="6525670"/>
          </a:xfrm>
        </p:spPr>
      </p:pic>
    </p:spTree>
    <p:extLst>
      <p:ext uri="{BB962C8B-B14F-4D97-AF65-F5344CB8AC3E}">
        <p14:creationId xmlns:p14="http://schemas.microsoft.com/office/powerpoint/2010/main" val="12779326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DDF5302-8BAF-DD47-A375-773B74B64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“If you can film an idea in your mind, follow that film idea shot for shot, scene for scene, that idea is worth making. </a:t>
            </a:r>
            <a:br>
              <a:rPr lang="en-US" sz="3600" dirty="0"/>
            </a:br>
            <a:r>
              <a:rPr lang="en-US" sz="2000" dirty="0">
                <a:solidFill>
                  <a:srgbClr val="C5AE76"/>
                </a:solidFill>
              </a:rPr>
              <a:t>- </a:t>
            </a:r>
            <a:r>
              <a:rPr lang="en-US" sz="2000" dirty="0">
                <a:solidFill>
                  <a:schemeClr val="accent1"/>
                </a:solidFill>
              </a:rPr>
              <a:t>CRAIG MAPP</a:t>
            </a:r>
            <a:endParaRPr lang="en-US" dirty="0"/>
          </a:p>
        </p:txBody>
      </p:sp>
      <p:pic>
        <p:nvPicPr>
          <p:cNvPr id="8" name="Picture Placeholder 7" descr="group of hands in a &quot;Go Team&quot; fashion">
            <a:extLst>
              <a:ext uri="{FF2B5EF4-FFF2-40B4-BE49-F238E27FC236}">
                <a16:creationId xmlns:a16="http://schemas.microsoft.com/office/drawing/2014/main" id="{A09F623E-2819-2D41-ADE0-C7B64EF0EC4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EB3E681-66A6-F973-47D3-84253D82EA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53" y="0"/>
            <a:ext cx="121574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330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2040138-08F7-A5DE-FE2E-A6BCB7AD7F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007" y="551562"/>
            <a:ext cx="9537193" cy="575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7565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2" descr="SmartArt Placeholder - 2 X Icons Vertical">
            <a:extLst>
              <a:ext uri="{FF2B5EF4-FFF2-40B4-BE49-F238E27FC236}">
                <a16:creationId xmlns:a16="http://schemas.microsoft.com/office/drawing/2014/main" id="{05161A65-4E7E-B44A-B0C7-71A1F0FD58A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92423972"/>
              </p:ext>
            </p:extLst>
          </p:nvPr>
        </p:nvGraphicFramePr>
        <p:xfrm>
          <a:off x="676292" y="518831"/>
          <a:ext cx="4944403" cy="54180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8" name="Title 27">
            <a:extLst>
              <a:ext uri="{FF2B5EF4-FFF2-40B4-BE49-F238E27FC236}">
                <a16:creationId xmlns:a16="http://schemas.microsoft.com/office/drawing/2014/main" id="{4988F789-C14D-C841-BDEB-8ACF77377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Hypothesis</a:t>
            </a:r>
          </a:p>
        </p:txBody>
      </p:sp>
    </p:spTree>
    <p:extLst>
      <p:ext uri="{BB962C8B-B14F-4D97-AF65-F5344CB8AC3E}">
        <p14:creationId xmlns:p14="http://schemas.microsoft.com/office/powerpoint/2010/main" val="2871232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EBD9F-B88A-DC40-9E37-35CE23CC3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Quantify “X”</a:t>
            </a:r>
          </a:p>
        </p:txBody>
      </p:sp>
      <p:graphicFrame>
        <p:nvGraphicFramePr>
          <p:cNvPr id="3" name="Chart 2" descr="Chart Placeholder">
            <a:extLst>
              <a:ext uri="{FF2B5EF4-FFF2-40B4-BE49-F238E27FC236}">
                <a16:creationId xmlns:a16="http://schemas.microsoft.com/office/drawing/2014/main" id="{074E40CC-5380-7343-89DF-C10EA44F068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19590632"/>
              </p:ext>
            </p:extLst>
          </p:nvPr>
        </p:nvGraphicFramePr>
        <p:xfrm>
          <a:off x="6714884" y="1570854"/>
          <a:ext cx="4179654" cy="44843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594982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2" descr="SmartArt Placeholder - 4 X Icons">
            <a:extLst>
              <a:ext uri="{FF2B5EF4-FFF2-40B4-BE49-F238E27FC236}">
                <a16:creationId xmlns:a16="http://schemas.microsoft.com/office/drawing/2014/main" id="{5EB466A8-B25D-AA40-A3BE-639E8D6568D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69980362"/>
              </p:ext>
            </p:extLst>
          </p:nvPr>
        </p:nvGraphicFramePr>
        <p:xfrm>
          <a:off x="5887845" y="1371805"/>
          <a:ext cx="6304154" cy="52408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B6C8D45-FD19-C44E-9C71-E67674704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Elements of </a:t>
            </a:r>
            <a:br>
              <a:rPr lang="en-US" dirty="0"/>
            </a:br>
            <a:r>
              <a:rPr lang="en-US" dirty="0"/>
              <a:t>Your Subject</a:t>
            </a:r>
          </a:p>
        </p:txBody>
      </p:sp>
    </p:spTree>
    <p:extLst>
      <p:ext uri="{BB962C8B-B14F-4D97-AF65-F5344CB8AC3E}">
        <p14:creationId xmlns:p14="http://schemas.microsoft.com/office/powerpoint/2010/main" val="13150406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C0FEB38D-85AD-EB41-9EC1-E966F44AB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Making Great “X”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4D4B10F-ADAA-B74F-8461-59D7CAF3C4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are the defining characteristics of your subject?</a:t>
            </a:r>
          </a:p>
          <a:p>
            <a:r>
              <a:rPr lang="en-US" dirty="0"/>
              <a:t>What sets it apart from other related subjects?</a:t>
            </a:r>
          </a:p>
          <a:p>
            <a:endParaRPr lang="en-US" dirty="0"/>
          </a:p>
        </p:txBody>
      </p:sp>
      <p:pic>
        <p:nvPicPr>
          <p:cNvPr id="32" name="Picture Placeholder 31" descr="Person at desk talking.">
            <a:extLst>
              <a:ext uri="{FF2B5EF4-FFF2-40B4-BE49-F238E27FC236}">
                <a16:creationId xmlns:a16="http://schemas.microsoft.com/office/drawing/2014/main" id="{96E64F75-DC38-A047-84B3-5B96136A968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4593262" y="0"/>
            <a:ext cx="7598736" cy="6858000"/>
          </a:xfrm>
        </p:spPr>
      </p:pic>
    </p:spTree>
    <p:extLst>
      <p:ext uri="{BB962C8B-B14F-4D97-AF65-F5344CB8AC3E}">
        <p14:creationId xmlns:p14="http://schemas.microsoft.com/office/powerpoint/2010/main" val="8475448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3DBC43-2FBF-624E-ADB3-BA3583AE34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for X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06D68A-A600-9C45-B10C-2A39080E9E2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What are the most important things that differentiates your subject or big idea…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6F519B-5706-804A-8C82-1D9EDAA812F9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dirty="0"/>
              <a:t>Title for X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5FB2C5-19EB-8A4A-98B2-19E436877E98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/>
          <a:lstStyle/>
          <a:p>
            <a:r>
              <a:rPr lang="en-US" dirty="0"/>
              <a:t>…from another contrasting or competing subject or idea.</a:t>
            </a: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A2F4C6-F233-E149-AA45-4C25835FC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“X” to “Y”</a:t>
            </a:r>
          </a:p>
        </p:txBody>
      </p:sp>
    </p:spTree>
    <p:extLst>
      <p:ext uri="{BB962C8B-B14F-4D97-AF65-F5344CB8AC3E}">
        <p14:creationId xmlns:p14="http://schemas.microsoft.com/office/powerpoint/2010/main" val="182286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 descr="Placeholder Timeline&#10;">
            <a:extLst>
              <a:ext uri="{FF2B5EF4-FFF2-40B4-BE49-F238E27FC236}">
                <a16:creationId xmlns:a16="http://schemas.microsoft.com/office/drawing/2014/main" id="{F71B10C4-D0A8-414E-9F4A-2CAD9414BC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8520265"/>
              </p:ext>
            </p:extLst>
          </p:nvPr>
        </p:nvGraphicFramePr>
        <p:xfrm>
          <a:off x="931863" y="2030413"/>
          <a:ext cx="10453687" cy="39338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378B98D-A943-4557-A450-06FD1E297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History</a:t>
            </a:r>
          </a:p>
        </p:txBody>
      </p:sp>
    </p:spTree>
    <p:extLst>
      <p:ext uri="{BB962C8B-B14F-4D97-AF65-F5344CB8AC3E}">
        <p14:creationId xmlns:p14="http://schemas.microsoft.com/office/powerpoint/2010/main" val="17065437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FD03E-798E-4118-B7D4-3E8541964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Trends in “X”</a:t>
            </a:r>
          </a:p>
        </p:txBody>
      </p:sp>
      <p:graphicFrame>
        <p:nvGraphicFramePr>
          <p:cNvPr id="7" name="Content Placeholder 5" descr="line chart">
            <a:extLst>
              <a:ext uri="{FF2B5EF4-FFF2-40B4-BE49-F238E27FC236}">
                <a16:creationId xmlns:a16="http://schemas.microsoft.com/office/drawing/2014/main" id="{66404E60-607E-EB43-9521-FDD0F7E3A9E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6648271"/>
              </p:ext>
            </p:extLst>
          </p:nvPr>
        </p:nvGraphicFramePr>
        <p:xfrm>
          <a:off x="869156" y="2030413"/>
          <a:ext cx="10453687" cy="39338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308765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ontent Placeholder 3" descr="SmartArt Placeholder - Block List">
            <a:extLst>
              <a:ext uri="{FF2B5EF4-FFF2-40B4-BE49-F238E27FC236}">
                <a16:creationId xmlns:a16="http://schemas.microsoft.com/office/drawing/2014/main" id="{F56E9CB7-A5E6-479F-A6C4-A480D06B974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27720602"/>
              </p:ext>
            </p:extLst>
          </p:nvPr>
        </p:nvGraphicFramePr>
        <p:xfrm>
          <a:off x="6562208" y="1604778"/>
          <a:ext cx="4883151" cy="4711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itle 5">
            <a:extLst>
              <a:ext uri="{FF2B5EF4-FFF2-40B4-BE49-F238E27FC236}">
                <a16:creationId xmlns:a16="http://schemas.microsoft.com/office/drawing/2014/main" id="{66CBFE42-DFD1-4945-A9A4-5544D38C9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Takeaways</a:t>
            </a:r>
          </a:p>
        </p:txBody>
      </p:sp>
    </p:spTree>
    <p:extLst>
      <p:ext uri="{BB962C8B-B14F-4D97-AF65-F5344CB8AC3E}">
        <p14:creationId xmlns:p14="http://schemas.microsoft.com/office/powerpoint/2010/main" val="23456800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25EAE-3A37-43DE-9737-13DDF056B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Tell your audience how they can put what you have shared with them into practice</a:t>
            </a:r>
          </a:p>
          <a:p>
            <a:r>
              <a:rPr lang="en-US" dirty="0"/>
              <a:t>One</a:t>
            </a:r>
          </a:p>
          <a:p>
            <a:r>
              <a:rPr lang="en-US" dirty="0"/>
              <a:t>Two</a:t>
            </a:r>
          </a:p>
          <a:p>
            <a:r>
              <a:rPr lang="en-US" dirty="0"/>
              <a:t>Three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79C09C-6E20-48F6-AE6D-C893A0F33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Tips for “X”</a:t>
            </a:r>
          </a:p>
        </p:txBody>
      </p:sp>
      <p:pic>
        <p:nvPicPr>
          <p:cNvPr id="20" name="Picture Placeholder 19" descr="people looking at something on table">
            <a:extLst>
              <a:ext uri="{FF2B5EF4-FFF2-40B4-BE49-F238E27FC236}">
                <a16:creationId xmlns:a16="http://schemas.microsoft.com/office/drawing/2014/main" id="{73A69289-D803-3943-9979-42FED843A2C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145" t="9922" r="10867" b="16594"/>
          <a:stretch/>
        </p:blipFill>
        <p:spPr>
          <a:xfrm>
            <a:off x="3727491" y="0"/>
            <a:ext cx="8464509" cy="6858000"/>
          </a:xfrm>
        </p:spPr>
      </p:pic>
    </p:spTree>
    <p:extLst>
      <p:ext uri="{BB962C8B-B14F-4D97-AF65-F5344CB8AC3E}">
        <p14:creationId xmlns:p14="http://schemas.microsoft.com/office/powerpoint/2010/main" val="40509927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12556B-F5FB-4FD7-B7D7-CA0BCE6815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are the key things you want your audience to come away with?</a:t>
            </a:r>
          </a:p>
          <a:p>
            <a:r>
              <a:rPr lang="en-US" dirty="0"/>
              <a:t>What it is it you want your audience to do with what they have learned?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C7A8ED-CA98-4644-AF2D-8C0F21F7E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 to Action</a:t>
            </a:r>
          </a:p>
        </p:txBody>
      </p:sp>
      <p:pic>
        <p:nvPicPr>
          <p:cNvPr id="22" name="Picture Placeholder 21" descr="A group of people in a room at an easel">
            <a:extLst>
              <a:ext uri="{FF2B5EF4-FFF2-40B4-BE49-F238E27FC236}">
                <a16:creationId xmlns:a16="http://schemas.microsoft.com/office/drawing/2014/main" id="{B8DEDD93-F6C7-D34E-9469-9FC139224D1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113" r="113"/>
          <a:stretch/>
        </p:blipFill>
        <p:spPr>
          <a:xfrm>
            <a:off x="413824" y="483782"/>
            <a:ext cx="11365992" cy="2457856"/>
          </a:xfrm>
        </p:spPr>
      </p:pic>
    </p:spTree>
    <p:extLst>
      <p:ext uri="{BB962C8B-B14F-4D97-AF65-F5344CB8AC3E}">
        <p14:creationId xmlns:p14="http://schemas.microsoft.com/office/powerpoint/2010/main" val="15396088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4D9E47F-41E0-4FE3-891C-B53FBC82D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330" y="893729"/>
            <a:ext cx="4534616" cy="910492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graphicFrame>
        <p:nvGraphicFramePr>
          <p:cNvPr id="8" name="Content Placeholder 2" descr="SmartArt Placeholder - Contact List">
            <a:extLst>
              <a:ext uri="{FF2B5EF4-FFF2-40B4-BE49-F238E27FC236}">
                <a16:creationId xmlns:a16="http://schemas.microsoft.com/office/drawing/2014/main" id="{95EB8840-1974-5C4F-A503-A801266AD9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9210351"/>
              </p:ext>
            </p:extLst>
          </p:nvPr>
        </p:nvGraphicFramePr>
        <p:xfrm>
          <a:off x="931459" y="2030413"/>
          <a:ext cx="4535487" cy="39338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1" name="Picture Placeholder 10" descr="A person sitting in a living room area.">
            <a:extLst>
              <a:ext uri="{FF2B5EF4-FFF2-40B4-BE49-F238E27FC236}">
                <a16:creationId xmlns:a16="http://schemas.microsoft.com/office/drawing/2014/main" id="{B0B86B06-F4A6-2643-966F-7B41DA43C0B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8" cstate="screen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64231635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GOLD AND SILVER">
      <a:dk1>
        <a:srgbClr val="000000"/>
      </a:dk1>
      <a:lt1>
        <a:srgbClr val="FFFFFF"/>
      </a:lt1>
      <a:dk2>
        <a:srgbClr val="464646"/>
      </a:dk2>
      <a:lt2>
        <a:srgbClr val="FFFFFF"/>
      </a:lt2>
      <a:accent1>
        <a:srgbClr val="C4AE75"/>
      </a:accent1>
      <a:accent2>
        <a:srgbClr val="A9A9A9"/>
      </a:accent2>
      <a:accent3>
        <a:srgbClr val="5E5E5E"/>
      </a:accent3>
      <a:accent4>
        <a:srgbClr val="424242"/>
      </a:accent4>
      <a:accent5>
        <a:srgbClr val="212121"/>
      </a:accent5>
      <a:accent6>
        <a:srgbClr val="D5D5D5"/>
      </a:accent6>
      <a:hlink>
        <a:srgbClr val="C1AA73"/>
      </a:hlink>
      <a:folHlink>
        <a:srgbClr val="797979"/>
      </a:folHlink>
    </a:clrScheme>
    <a:fontScheme name="Garamond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nference" id="{B1388269-6A25-4F35-91BE-E59A597AB25F}" vid="{EA621A8F-389C-4766-B7E5-1B2B7E9ADDB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Geometric conference presentation</Template>
  <TotalTime>81</TotalTime>
  <Words>383</Words>
  <Application>Microsoft Office PowerPoint</Application>
  <PresentationFormat>Widescreen</PresentationFormat>
  <Paragraphs>71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Garamond</vt:lpstr>
      <vt:lpstr>RetrospectVTI</vt:lpstr>
      <vt:lpstr>DISASTER MANAGEMENT</vt:lpstr>
      <vt:lpstr>BELLICOSE</vt:lpstr>
      <vt:lpstr>2.3 Trillion USD Annual global disaster costs have surged to unprecedented levels.  300+ Major Events Significant disasters strike annually across all continents  5× Increase Disaster frequency multiplied fivefold over the past 50 years </vt:lpstr>
      <vt:lpstr>Current Reality: Manual Reporting </vt:lpstr>
      <vt:lpstr>“If you can film an idea in your mind, follow that film idea shot for shot, scene for scene, that idea is worth making.  - CRAIG MAPP</vt:lpstr>
      <vt:lpstr>PowerPoint Presentation</vt:lpstr>
      <vt:lpstr>Hypothesis</vt:lpstr>
      <vt:lpstr>Quantify “X”</vt:lpstr>
      <vt:lpstr>Elements of  Your Subject</vt:lpstr>
      <vt:lpstr>Making Great “X”</vt:lpstr>
      <vt:lpstr>Comparing “X” to “Y”</vt:lpstr>
      <vt:lpstr>History</vt:lpstr>
      <vt:lpstr>Trends in “X”</vt:lpstr>
      <vt:lpstr>Key Takeaways</vt:lpstr>
      <vt:lpstr>Tips for “X”</vt:lpstr>
      <vt:lpstr>Call to Action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Ayush Bhandari</dc:creator>
  <cp:lastModifiedBy>Ayush Bhandari</cp:lastModifiedBy>
  <cp:revision>1</cp:revision>
  <dcterms:created xsi:type="dcterms:W3CDTF">2026-04-16T10:56:08Z</dcterms:created>
  <dcterms:modified xsi:type="dcterms:W3CDTF">2026-04-16T12:17:46Z</dcterms:modified>
</cp:coreProperties>
</file>